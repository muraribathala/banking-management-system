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2"/>
  </p:notesMasterIdLst>
  <p:sldIdLst>
    <p:sldId id="256" r:id="rId2"/>
    <p:sldId id="263" r:id="rId3"/>
    <p:sldId id="265" r:id="rId4"/>
    <p:sldId id="268" r:id="rId5"/>
    <p:sldId id="342" r:id="rId6"/>
    <p:sldId id="343" r:id="rId7"/>
    <p:sldId id="273" r:id="rId8"/>
    <p:sldId id="344" r:id="rId9"/>
    <p:sldId id="275" r:id="rId10"/>
    <p:sldId id="307" r:id="rId11"/>
  </p:sldIdLst>
  <p:sldSz cx="9144000" cy="5143500" type="screen16x9"/>
  <p:notesSz cx="6858000" cy="9144000"/>
  <p:embeddedFontLst>
    <p:embeddedFont>
      <p:font typeface="Poppins" panose="020B0604020202020204" charset="0"/>
      <p:regular r:id="rId13"/>
      <p:bold r:id="rId14"/>
      <p:italic r:id="rId15"/>
      <p:boldItalic r:id="rId16"/>
    </p:embeddedFont>
    <p:embeddedFont>
      <p:font typeface="Montserrat ExtraBold" panose="020B0604020202020204" charset="0"/>
      <p:bold r:id="rId17"/>
      <p:boldItalic r:id="rId18"/>
    </p:embeddedFont>
    <p:embeddedFont>
      <p:font typeface="Bebas Neue" panose="020B0604020202020204" charset="0"/>
      <p:regular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8BA8D5-7D85-4246-B53A-2539916B1A11}">
  <a:tblStyle styleId="{ED8BA8D5-7D85-4246-B53A-2539916B1A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662F66-3120-4730-A712-BDBF86350207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0" autoAdjust="0"/>
  </p:normalViewPr>
  <p:slideViewPr>
    <p:cSldViewPr snapToGrid="0">
      <p:cViewPr varScale="1">
        <p:scale>
          <a:sx n="97" d="100"/>
          <a:sy n="97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60c6f11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60c6f11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1055912b31d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1055912b31d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f1e29d717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f1e29d717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1055912b31d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1055912b31d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1055912b31d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1055912b31d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173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1055912b31d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1055912b31d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1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gf1e29d717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5" name="Google Shape;2975;gf1e29d717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gf1e29d717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5" name="Google Shape;2975;gf1e29d717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976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gf1e29d717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1" name="Google Shape;3061;gf1e29d717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" name="Google Shape;4659;g106996257d1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0" name="Google Shape;4660;g106996257d1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>
            <a:off x="356940" y="-364566"/>
            <a:ext cx="5153976" cy="5867856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2725" y="1853638"/>
            <a:ext cx="4658400" cy="125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35100" y="3735075"/>
            <a:ext cx="2879400" cy="4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 rot="-4705227">
            <a:off x="852381" y="-2410078"/>
            <a:ext cx="7062052" cy="988690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6" name="Google Shape;36;p7"/>
          <p:cNvSpPr/>
          <p:nvPr/>
        </p:nvSpPr>
        <p:spPr>
          <a:xfrm rot="5400000" flipH="1">
            <a:off x="9278336" y="-986958"/>
            <a:ext cx="5182542" cy="8226468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720000" y="1466850"/>
            <a:ext cx="5814300" cy="23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ato"/>
              <a:buChar char="●"/>
              <a:defRPr sz="1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bg>
      <p:bgPr>
        <a:solidFill>
          <a:schemeClr val="dk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 rot="10799942" flipH="1">
            <a:off x="-259949" y="-1070835"/>
            <a:ext cx="9663894" cy="930852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1534000" y="1225386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2" hasCustomPrompt="1"/>
          </p:nvPr>
        </p:nvSpPr>
        <p:spPr>
          <a:xfrm>
            <a:off x="719988" y="14590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34000" y="1735711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idx="3"/>
          </p:nvPr>
        </p:nvSpPr>
        <p:spPr>
          <a:xfrm>
            <a:off x="5749863" y="1225386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4" hasCustomPrompt="1"/>
          </p:nvPr>
        </p:nvSpPr>
        <p:spPr>
          <a:xfrm>
            <a:off x="4940913" y="14590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5"/>
          </p:nvPr>
        </p:nvSpPr>
        <p:spPr>
          <a:xfrm>
            <a:off x="5749863" y="1735711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6"/>
          </p:nvPr>
        </p:nvSpPr>
        <p:spPr>
          <a:xfrm>
            <a:off x="5749863" y="2271611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7" hasCustomPrompt="1"/>
          </p:nvPr>
        </p:nvSpPr>
        <p:spPr>
          <a:xfrm>
            <a:off x="4940913" y="25626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8"/>
          </p:nvPr>
        </p:nvSpPr>
        <p:spPr>
          <a:xfrm>
            <a:off x="5749863" y="2781936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9"/>
          </p:nvPr>
        </p:nvSpPr>
        <p:spPr>
          <a:xfrm>
            <a:off x="1534000" y="2271611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13" hasCustomPrompt="1"/>
          </p:nvPr>
        </p:nvSpPr>
        <p:spPr>
          <a:xfrm>
            <a:off x="720237" y="2562698"/>
            <a:ext cx="7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4"/>
          </p:nvPr>
        </p:nvSpPr>
        <p:spPr>
          <a:xfrm>
            <a:off x="1534000" y="2781936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 idx="15"/>
          </p:nvPr>
        </p:nvSpPr>
        <p:spPr>
          <a:xfrm>
            <a:off x="720000" y="5329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16"/>
          </p:nvPr>
        </p:nvSpPr>
        <p:spPr>
          <a:xfrm>
            <a:off x="5749863" y="3319586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7" hasCustomPrompt="1"/>
          </p:nvPr>
        </p:nvSpPr>
        <p:spPr>
          <a:xfrm>
            <a:off x="4940913" y="35532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8"/>
          </p:nvPr>
        </p:nvSpPr>
        <p:spPr>
          <a:xfrm>
            <a:off x="5749863" y="3829911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19"/>
          </p:nvPr>
        </p:nvSpPr>
        <p:spPr>
          <a:xfrm>
            <a:off x="1534000" y="3319586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title" idx="20" hasCustomPrompt="1"/>
          </p:nvPr>
        </p:nvSpPr>
        <p:spPr>
          <a:xfrm>
            <a:off x="720237" y="3553298"/>
            <a:ext cx="7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21"/>
          </p:nvPr>
        </p:nvSpPr>
        <p:spPr>
          <a:xfrm>
            <a:off x="1534000" y="3829911"/>
            <a:ext cx="2690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4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 rot="-10799920">
            <a:off x="-57021" y="233733"/>
            <a:ext cx="9228222" cy="7192638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4367550" y="1535363"/>
            <a:ext cx="4066500" cy="8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2"/>
          </p:nvPr>
        </p:nvSpPr>
        <p:spPr>
          <a:xfrm>
            <a:off x="4367550" y="2331338"/>
            <a:ext cx="4066500" cy="12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_1_1_1_1_1_1_1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 rot="-10799939">
            <a:off x="-34349" y="-2280638"/>
            <a:ext cx="9200574" cy="7424082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6"/>
          <p:cNvSpPr/>
          <p:nvPr/>
        </p:nvSpPr>
        <p:spPr>
          <a:xfrm rot="-1140831" flipH="1">
            <a:off x="-1557482" y="-3707080"/>
            <a:ext cx="10945135" cy="9093778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2530050" y="2730363"/>
            <a:ext cx="40839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1"/>
          </p:nvPr>
        </p:nvSpPr>
        <p:spPr>
          <a:xfrm>
            <a:off x="2340750" y="3394800"/>
            <a:ext cx="44625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accent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 rot="5400072">
            <a:off x="249654" y="554799"/>
            <a:ext cx="5136966" cy="4033908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27"/>
          <p:cNvSpPr/>
          <p:nvPr/>
        </p:nvSpPr>
        <p:spPr>
          <a:xfrm rot="5399964" flipH="1">
            <a:off x="2190744" y="-1800204"/>
            <a:ext cx="5162562" cy="8743896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5723400" y="1574900"/>
            <a:ext cx="2683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ubTitle" idx="1"/>
          </p:nvPr>
        </p:nvSpPr>
        <p:spPr>
          <a:xfrm>
            <a:off x="6070800" y="203803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title" idx="2"/>
          </p:nvPr>
        </p:nvSpPr>
        <p:spPr>
          <a:xfrm>
            <a:off x="1705700" y="2647400"/>
            <a:ext cx="2683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3"/>
          </p:nvPr>
        </p:nvSpPr>
        <p:spPr>
          <a:xfrm>
            <a:off x="2053100" y="311053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title" idx="4"/>
          </p:nvPr>
        </p:nvSpPr>
        <p:spPr>
          <a:xfrm>
            <a:off x="5723400" y="3566325"/>
            <a:ext cx="2683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subTitle" idx="5"/>
          </p:nvPr>
        </p:nvSpPr>
        <p:spPr>
          <a:xfrm>
            <a:off x="6070800" y="402945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title" idx="6"/>
          </p:nvPr>
        </p:nvSpPr>
        <p:spPr>
          <a:xfrm>
            <a:off x="720000" y="5329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2">
    <p:bg>
      <p:bgPr>
        <a:solidFill>
          <a:schemeClr val="dk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 rot="-5399892">
            <a:off x="3534118" y="-1040264"/>
            <a:ext cx="5161050" cy="7225524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28"/>
          <p:cNvSpPr/>
          <p:nvPr/>
        </p:nvSpPr>
        <p:spPr>
          <a:xfrm rot="5399892" flipH="1">
            <a:off x="467068" y="-1040264"/>
            <a:ext cx="5161050" cy="7225524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5860384" y="2370425"/>
            <a:ext cx="2569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1"/>
          </p:nvPr>
        </p:nvSpPr>
        <p:spPr>
          <a:xfrm>
            <a:off x="5860384" y="2909748"/>
            <a:ext cx="2569500" cy="88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title" idx="2"/>
          </p:nvPr>
        </p:nvSpPr>
        <p:spPr>
          <a:xfrm>
            <a:off x="714116" y="2370425"/>
            <a:ext cx="2569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3"/>
          </p:nvPr>
        </p:nvSpPr>
        <p:spPr>
          <a:xfrm>
            <a:off x="714116" y="2909748"/>
            <a:ext cx="2569500" cy="88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title" idx="4"/>
          </p:nvPr>
        </p:nvSpPr>
        <p:spPr>
          <a:xfrm>
            <a:off x="3286429" y="2370425"/>
            <a:ext cx="2569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ubTitle" idx="5"/>
          </p:nvPr>
        </p:nvSpPr>
        <p:spPr>
          <a:xfrm>
            <a:off x="3286429" y="2909748"/>
            <a:ext cx="2569500" cy="88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title" idx="6"/>
          </p:nvPr>
        </p:nvSpPr>
        <p:spPr>
          <a:xfrm>
            <a:off x="720000" y="5329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dk2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 rot="5399967" flipH="1">
            <a:off x="30283" y="-856842"/>
            <a:ext cx="5694570" cy="7068114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37"/>
          <p:cNvSpPr/>
          <p:nvPr/>
        </p:nvSpPr>
        <p:spPr>
          <a:xfrm rot="-5400032" flipH="1">
            <a:off x="3601466" y="-867066"/>
            <a:ext cx="5714982" cy="7068114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37"/>
          <p:cNvSpPr/>
          <p:nvPr/>
        </p:nvSpPr>
        <p:spPr>
          <a:xfrm rot="-5400021" flipH="1">
            <a:off x="1329088" y="-347286"/>
            <a:ext cx="8839206" cy="7171578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37"/>
          <p:cNvSpPr/>
          <p:nvPr/>
        </p:nvSpPr>
        <p:spPr>
          <a:xfrm rot="5399978" flipH="1">
            <a:off x="-294226" y="-1848107"/>
            <a:ext cx="8324802" cy="7068114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3" name="Google Shape;243;p37"/>
          <p:cNvSpPr txBox="1">
            <a:spLocks noGrp="1"/>
          </p:cNvSpPr>
          <p:nvPr>
            <p:ph type="title"/>
          </p:nvPr>
        </p:nvSpPr>
        <p:spPr>
          <a:xfrm>
            <a:off x="720000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 txBox="1">
            <a:spLocks noGrp="1"/>
          </p:cNvSpPr>
          <p:nvPr>
            <p:ph type="title" idx="2"/>
          </p:nvPr>
        </p:nvSpPr>
        <p:spPr>
          <a:xfrm>
            <a:off x="3419269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title" idx="4"/>
          </p:nvPr>
        </p:nvSpPr>
        <p:spPr>
          <a:xfrm>
            <a:off x="720000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title" idx="6"/>
          </p:nvPr>
        </p:nvSpPr>
        <p:spPr>
          <a:xfrm>
            <a:off x="3419269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title" idx="8"/>
          </p:nvPr>
        </p:nvSpPr>
        <p:spPr>
          <a:xfrm>
            <a:off x="6118545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title" idx="13"/>
          </p:nvPr>
        </p:nvSpPr>
        <p:spPr>
          <a:xfrm>
            <a:off x="6118545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4" name="Google Shape;254;p37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title" idx="15"/>
          </p:nvPr>
        </p:nvSpPr>
        <p:spPr>
          <a:xfrm>
            <a:off x="720000" y="5329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">
    <p:bg>
      <p:bgPr>
        <a:solidFill>
          <a:schemeClr val="accent3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/>
          <p:nvPr/>
        </p:nvSpPr>
        <p:spPr>
          <a:xfrm rot="5400000" flipH="1">
            <a:off x="751888" y="-1428763"/>
            <a:ext cx="6573420" cy="7467606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5"/>
          <p:cNvSpPr/>
          <p:nvPr/>
        </p:nvSpPr>
        <p:spPr>
          <a:xfrm rot="5400000" flipH="1">
            <a:off x="1947638" y="-2138020"/>
            <a:ext cx="6573420" cy="903852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bg>
      <p:bgPr>
        <a:solidFill>
          <a:schemeClr val="dk2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/>
          <p:nvPr/>
        </p:nvSpPr>
        <p:spPr>
          <a:xfrm rot="9054688" flipH="1">
            <a:off x="-787722" y="-114650"/>
            <a:ext cx="11007140" cy="6335133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6"/>
          <p:cNvSpPr/>
          <p:nvPr/>
        </p:nvSpPr>
        <p:spPr>
          <a:xfrm rot="9054688" flipH="1">
            <a:off x="-338445" y="149913"/>
            <a:ext cx="11007140" cy="824864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0" r:id="rId4"/>
    <p:sldLayoutId id="2147483662" r:id="rId5"/>
    <p:sldLayoutId id="2147483672" r:id="rId6"/>
    <p:sldLayoutId id="2147483673" r:id="rId7"/>
    <p:sldLayoutId id="2147483674" r:id="rId8"/>
    <p:sldLayoutId id="2147483683" r:id="rId9"/>
    <p:sldLayoutId id="2147483691" r:id="rId10"/>
    <p:sldLayoutId id="214748369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>
            <a:spLocks noGrp="1"/>
          </p:cNvSpPr>
          <p:nvPr>
            <p:ph type="ctrTitle"/>
          </p:nvPr>
        </p:nvSpPr>
        <p:spPr>
          <a:xfrm>
            <a:off x="557430" y="330715"/>
            <a:ext cx="5603780" cy="25165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Banking Management System</a:t>
            </a:r>
            <a:endParaRPr dirty="0"/>
          </a:p>
        </p:txBody>
      </p:sp>
      <p:grpSp>
        <p:nvGrpSpPr>
          <p:cNvPr id="340" name="Google Shape;340;p52"/>
          <p:cNvGrpSpPr/>
          <p:nvPr/>
        </p:nvGrpSpPr>
        <p:grpSpPr>
          <a:xfrm>
            <a:off x="5200643" y="793126"/>
            <a:ext cx="3313719" cy="3759286"/>
            <a:chOff x="5200643" y="793126"/>
            <a:chExt cx="3313719" cy="3759286"/>
          </a:xfrm>
        </p:grpSpPr>
        <p:sp>
          <p:nvSpPr>
            <p:cNvPr id="341" name="Google Shape;341;p52"/>
            <p:cNvSpPr/>
            <p:nvPr/>
          </p:nvSpPr>
          <p:spPr>
            <a:xfrm flipH="1">
              <a:off x="8161205" y="4426483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2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2"/>
            <p:cNvSpPr/>
            <p:nvPr/>
          </p:nvSpPr>
          <p:spPr>
            <a:xfrm flipH="1">
              <a:off x="6190885" y="793126"/>
              <a:ext cx="1092607" cy="559337"/>
            </a:xfrm>
            <a:custGeom>
              <a:avLst/>
              <a:gdLst/>
              <a:ahLst/>
              <a:cxnLst/>
              <a:rect l="l" t="t" r="r" b="b"/>
              <a:pathLst>
                <a:path w="30756" h="15746" extrusionOk="0">
                  <a:moveTo>
                    <a:pt x="30755" y="1"/>
                  </a:moveTo>
                  <a:lnTo>
                    <a:pt x="26119" y="501"/>
                  </a:lnTo>
                  <a:lnTo>
                    <a:pt x="26819" y="1502"/>
                  </a:lnTo>
                  <a:lnTo>
                    <a:pt x="19814" y="9274"/>
                  </a:lnTo>
                  <a:lnTo>
                    <a:pt x="9307" y="7206"/>
                  </a:lnTo>
                  <a:lnTo>
                    <a:pt x="0" y="14578"/>
                  </a:lnTo>
                  <a:lnTo>
                    <a:pt x="1434" y="15745"/>
                  </a:lnTo>
                  <a:lnTo>
                    <a:pt x="9640" y="8740"/>
                  </a:lnTo>
                  <a:lnTo>
                    <a:pt x="20148" y="10842"/>
                  </a:lnTo>
                  <a:lnTo>
                    <a:pt x="28154" y="3303"/>
                  </a:lnTo>
                  <a:lnTo>
                    <a:pt x="28887" y="4270"/>
                  </a:lnTo>
                  <a:lnTo>
                    <a:pt x="30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52"/>
            <p:cNvGrpSpPr/>
            <p:nvPr/>
          </p:nvGrpSpPr>
          <p:grpSpPr>
            <a:xfrm>
              <a:off x="5533506" y="2488418"/>
              <a:ext cx="2753127" cy="2001695"/>
              <a:chOff x="5533506" y="2488418"/>
              <a:chExt cx="2753127" cy="2001695"/>
            </a:xfrm>
          </p:grpSpPr>
          <p:sp>
            <p:nvSpPr>
              <p:cNvPr id="344" name="Google Shape;344;p52"/>
              <p:cNvSpPr/>
              <p:nvPr/>
            </p:nvSpPr>
            <p:spPr>
              <a:xfrm flipH="1">
                <a:off x="6527433" y="2488418"/>
                <a:ext cx="760663" cy="2001644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72420" extrusionOk="0">
                    <a:moveTo>
                      <a:pt x="1" y="1"/>
                    </a:moveTo>
                    <a:lnTo>
                      <a:pt x="1" y="72419"/>
                    </a:lnTo>
                    <a:lnTo>
                      <a:pt x="27520" y="72419"/>
                    </a:lnTo>
                    <a:lnTo>
                      <a:pt x="275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52"/>
              <p:cNvSpPr/>
              <p:nvPr/>
            </p:nvSpPr>
            <p:spPr>
              <a:xfrm flipH="1">
                <a:off x="6524662" y="2488418"/>
                <a:ext cx="567962" cy="2001644"/>
              </a:xfrm>
              <a:custGeom>
                <a:avLst/>
                <a:gdLst/>
                <a:ahLst/>
                <a:cxnLst/>
                <a:rect l="l" t="t" r="r" b="b"/>
                <a:pathLst>
                  <a:path w="20549" h="72420" extrusionOk="0">
                    <a:moveTo>
                      <a:pt x="0" y="1"/>
                    </a:moveTo>
                    <a:lnTo>
                      <a:pt x="0" y="72419"/>
                    </a:lnTo>
                    <a:lnTo>
                      <a:pt x="20548" y="72419"/>
                    </a:lnTo>
                    <a:lnTo>
                      <a:pt x="205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52"/>
              <p:cNvSpPr/>
              <p:nvPr/>
            </p:nvSpPr>
            <p:spPr>
              <a:xfrm flipH="1">
                <a:off x="5533513" y="3170722"/>
                <a:ext cx="760663" cy="1319366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47735" extrusionOk="0">
                    <a:moveTo>
                      <a:pt x="1" y="0"/>
                    </a:moveTo>
                    <a:lnTo>
                      <a:pt x="1" y="47734"/>
                    </a:lnTo>
                    <a:lnTo>
                      <a:pt x="27520" y="47734"/>
                    </a:lnTo>
                    <a:lnTo>
                      <a:pt x="275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52"/>
              <p:cNvSpPr/>
              <p:nvPr/>
            </p:nvSpPr>
            <p:spPr>
              <a:xfrm flipH="1">
                <a:off x="5533506" y="3167958"/>
                <a:ext cx="567049" cy="1322130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47835" extrusionOk="0">
                    <a:moveTo>
                      <a:pt x="1" y="0"/>
                    </a:moveTo>
                    <a:lnTo>
                      <a:pt x="1" y="47834"/>
                    </a:lnTo>
                    <a:lnTo>
                      <a:pt x="20515" y="47834"/>
                    </a:lnTo>
                    <a:lnTo>
                      <a:pt x="205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52"/>
              <p:cNvSpPr/>
              <p:nvPr/>
            </p:nvSpPr>
            <p:spPr>
              <a:xfrm flipH="1">
                <a:off x="7525969" y="2845256"/>
                <a:ext cx="760663" cy="1644819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59510" extrusionOk="0">
                    <a:moveTo>
                      <a:pt x="1" y="0"/>
                    </a:moveTo>
                    <a:lnTo>
                      <a:pt x="1" y="59509"/>
                    </a:lnTo>
                    <a:lnTo>
                      <a:pt x="27521" y="59509"/>
                    </a:lnTo>
                    <a:lnTo>
                      <a:pt x="275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52"/>
              <p:cNvSpPr/>
              <p:nvPr/>
            </p:nvSpPr>
            <p:spPr>
              <a:xfrm flipH="1">
                <a:off x="7525949" y="2841552"/>
                <a:ext cx="567062" cy="1648560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59644" extrusionOk="0">
                    <a:moveTo>
                      <a:pt x="1" y="1"/>
                    </a:moveTo>
                    <a:lnTo>
                      <a:pt x="1" y="59643"/>
                    </a:lnTo>
                    <a:lnTo>
                      <a:pt x="20516" y="59643"/>
                    </a:lnTo>
                    <a:lnTo>
                      <a:pt x="205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" name="Google Shape;350;p52"/>
            <p:cNvGrpSpPr/>
            <p:nvPr/>
          </p:nvGrpSpPr>
          <p:grpSpPr>
            <a:xfrm>
              <a:off x="5397634" y="1247552"/>
              <a:ext cx="543069" cy="551861"/>
              <a:chOff x="5294709" y="1524927"/>
              <a:chExt cx="543069" cy="551861"/>
            </a:xfrm>
          </p:grpSpPr>
          <p:sp>
            <p:nvSpPr>
              <p:cNvPr id="351" name="Google Shape;351;p52"/>
              <p:cNvSpPr/>
              <p:nvPr/>
            </p:nvSpPr>
            <p:spPr>
              <a:xfrm flipH="1">
                <a:off x="5576835" y="1524927"/>
                <a:ext cx="260943" cy="223630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8091" extrusionOk="0">
                    <a:moveTo>
                      <a:pt x="5377" y="2010"/>
                    </a:moveTo>
                    <a:cubicBezTo>
                      <a:pt x="6415" y="2010"/>
                      <a:pt x="7417" y="2817"/>
                      <a:pt x="7439" y="4037"/>
                    </a:cubicBezTo>
                    <a:cubicBezTo>
                      <a:pt x="7406" y="5171"/>
                      <a:pt x="6505" y="6072"/>
                      <a:pt x="5404" y="6072"/>
                    </a:cubicBezTo>
                    <a:cubicBezTo>
                      <a:pt x="3603" y="6072"/>
                      <a:pt x="2702" y="3903"/>
                      <a:pt x="3970" y="2602"/>
                    </a:cubicBezTo>
                    <a:cubicBezTo>
                      <a:pt x="4379" y="2193"/>
                      <a:pt x="4882" y="2010"/>
                      <a:pt x="5377" y="2010"/>
                    </a:cubicBezTo>
                    <a:close/>
                    <a:moveTo>
                      <a:pt x="5404" y="0"/>
                    </a:moveTo>
                    <a:cubicBezTo>
                      <a:pt x="1802" y="0"/>
                      <a:pt x="0" y="4370"/>
                      <a:pt x="2536" y="6905"/>
                    </a:cubicBezTo>
                    <a:cubicBezTo>
                      <a:pt x="3365" y="7724"/>
                      <a:pt x="4378" y="8090"/>
                      <a:pt x="5370" y="8090"/>
                    </a:cubicBezTo>
                    <a:cubicBezTo>
                      <a:pt x="7452" y="8090"/>
                      <a:pt x="9441" y="6477"/>
                      <a:pt x="9441" y="4037"/>
                    </a:cubicBezTo>
                    <a:cubicBezTo>
                      <a:pt x="9441" y="1802"/>
                      <a:pt x="7639" y="0"/>
                      <a:pt x="54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52"/>
              <p:cNvSpPr/>
              <p:nvPr/>
            </p:nvSpPr>
            <p:spPr>
              <a:xfrm flipH="1">
                <a:off x="5294709" y="1853157"/>
                <a:ext cx="261855" cy="223630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8091" extrusionOk="0">
                    <a:moveTo>
                      <a:pt x="5409" y="2010"/>
                    </a:moveTo>
                    <a:cubicBezTo>
                      <a:pt x="6445" y="2010"/>
                      <a:pt x="7439" y="2817"/>
                      <a:pt x="7439" y="4037"/>
                    </a:cubicBezTo>
                    <a:cubicBezTo>
                      <a:pt x="7439" y="5138"/>
                      <a:pt x="6538" y="6038"/>
                      <a:pt x="5438" y="6072"/>
                    </a:cubicBezTo>
                    <a:cubicBezTo>
                      <a:pt x="3636" y="6072"/>
                      <a:pt x="2702" y="3870"/>
                      <a:pt x="4003" y="2603"/>
                    </a:cubicBezTo>
                    <a:cubicBezTo>
                      <a:pt x="4412" y="2193"/>
                      <a:pt x="4915" y="2010"/>
                      <a:pt x="5409" y="2010"/>
                    </a:cubicBezTo>
                    <a:close/>
                    <a:moveTo>
                      <a:pt x="5438" y="1"/>
                    </a:moveTo>
                    <a:cubicBezTo>
                      <a:pt x="1835" y="1"/>
                      <a:pt x="0" y="4337"/>
                      <a:pt x="2569" y="6906"/>
                    </a:cubicBezTo>
                    <a:cubicBezTo>
                      <a:pt x="3387" y="7724"/>
                      <a:pt x="4397" y="8090"/>
                      <a:pt x="5388" y="8090"/>
                    </a:cubicBezTo>
                    <a:cubicBezTo>
                      <a:pt x="7470" y="8090"/>
                      <a:pt x="9474" y="6477"/>
                      <a:pt x="9474" y="4037"/>
                    </a:cubicBezTo>
                    <a:cubicBezTo>
                      <a:pt x="9474" y="1802"/>
                      <a:pt x="7673" y="1"/>
                      <a:pt x="54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 flipH="1">
                <a:off x="5387825" y="1524927"/>
                <a:ext cx="332869" cy="551390"/>
              </a:xfrm>
              <a:custGeom>
                <a:avLst/>
                <a:gdLst/>
                <a:ahLst/>
                <a:cxnLst/>
                <a:rect l="l" t="t" r="r" b="b"/>
                <a:pathLst>
                  <a:path w="12043" h="19949" extrusionOk="0">
                    <a:moveTo>
                      <a:pt x="9341" y="0"/>
                    </a:moveTo>
                    <a:lnTo>
                      <a:pt x="1" y="19948"/>
                    </a:lnTo>
                    <a:lnTo>
                      <a:pt x="2669" y="19948"/>
                    </a:lnTo>
                    <a:lnTo>
                      <a:pt x="120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" name="Google Shape;354;p52"/>
            <p:cNvGrpSpPr/>
            <p:nvPr/>
          </p:nvGrpSpPr>
          <p:grpSpPr>
            <a:xfrm>
              <a:off x="7631397" y="1329903"/>
              <a:ext cx="638038" cy="554126"/>
              <a:chOff x="7631397" y="1329903"/>
              <a:chExt cx="638038" cy="554126"/>
            </a:xfrm>
          </p:grpSpPr>
          <p:sp>
            <p:nvSpPr>
              <p:cNvPr id="355" name="Google Shape;355;p52"/>
              <p:cNvSpPr/>
              <p:nvPr/>
            </p:nvSpPr>
            <p:spPr>
              <a:xfrm flipH="1">
                <a:off x="7808400" y="1329903"/>
                <a:ext cx="166914" cy="118020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4270" extrusionOk="0">
                    <a:moveTo>
                      <a:pt x="1" y="0"/>
                    </a:moveTo>
                    <a:lnTo>
                      <a:pt x="1" y="2502"/>
                    </a:lnTo>
                    <a:cubicBezTo>
                      <a:pt x="1568" y="2602"/>
                      <a:pt x="3069" y="3236"/>
                      <a:pt x="4270" y="4270"/>
                    </a:cubicBezTo>
                    <a:lnTo>
                      <a:pt x="6038" y="2469"/>
                    </a:lnTo>
                    <a:cubicBezTo>
                      <a:pt x="4370" y="1001"/>
                      <a:pt x="2236" y="10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52"/>
              <p:cNvSpPr/>
              <p:nvPr/>
            </p:nvSpPr>
            <p:spPr>
              <a:xfrm flipH="1">
                <a:off x="8009404" y="1624025"/>
                <a:ext cx="260031" cy="260004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07" extrusionOk="0">
                    <a:moveTo>
                      <a:pt x="1" y="0"/>
                    </a:moveTo>
                    <a:cubicBezTo>
                      <a:pt x="301" y="5070"/>
                      <a:pt x="4337" y="9107"/>
                      <a:pt x="9407" y="9407"/>
                    </a:cubicBezTo>
                    <a:lnTo>
                      <a:pt x="9407" y="6905"/>
                    </a:lnTo>
                    <a:cubicBezTo>
                      <a:pt x="5738" y="6605"/>
                      <a:pt x="2803" y="3669"/>
                      <a:pt x="2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 flipH="1">
                <a:off x="8009404" y="1329903"/>
                <a:ext cx="260031" cy="260943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41" extrusionOk="0">
                    <a:moveTo>
                      <a:pt x="9407" y="0"/>
                    </a:moveTo>
                    <a:cubicBezTo>
                      <a:pt x="4337" y="334"/>
                      <a:pt x="301" y="4370"/>
                      <a:pt x="1" y="9440"/>
                    </a:cubicBezTo>
                    <a:lnTo>
                      <a:pt x="2502" y="9407"/>
                    </a:lnTo>
                    <a:cubicBezTo>
                      <a:pt x="2803" y="5738"/>
                      <a:pt x="5738" y="2802"/>
                      <a:pt x="9407" y="2502"/>
                    </a:cubicBezTo>
                    <a:lnTo>
                      <a:pt x="94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 flipH="1">
                <a:off x="8009404" y="1329903"/>
                <a:ext cx="260031" cy="260943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41" extrusionOk="0">
                    <a:moveTo>
                      <a:pt x="9407" y="0"/>
                    </a:moveTo>
                    <a:cubicBezTo>
                      <a:pt x="4337" y="334"/>
                      <a:pt x="301" y="4370"/>
                      <a:pt x="1" y="9440"/>
                    </a:cubicBezTo>
                    <a:lnTo>
                      <a:pt x="2502" y="9407"/>
                    </a:lnTo>
                    <a:cubicBezTo>
                      <a:pt x="2803" y="5738"/>
                      <a:pt x="5738" y="2802"/>
                      <a:pt x="9407" y="2502"/>
                    </a:cubicBezTo>
                    <a:lnTo>
                      <a:pt x="94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52"/>
              <p:cNvSpPr/>
              <p:nvPr/>
            </p:nvSpPr>
            <p:spPr>
              <a:xfrm flipH="1">
                <a:off x="7631397" y="1423023"/>
                <a:ext cx="343917" cy="460997"/>
              </a:xfrm>
              <a:custGeom>
                <a:avLst/>
                <a:gdLst/>
                <a:ahLst/>
                <a:cxnLst/>
                <a:rect l="l" t="t" r="r" b="b"/>
                <a:pathLst>
                  <a:path w="12443" h="16679" extrusionOk="0">
                    <a:moveTo>
                      <a:pt x="6906" y="0"/>
                    </a:moveTo>
                    <a:lnTo>
                      <a:pt x="5104" y="1768"/>
                    </a:lnTo>
                    <a:cubicBezTo>
                      <a:pt x="9107" y="6438"/>
                      <a:pt x="6105" y="13677"/>
                      <a:pt x="1" y="14177"/>
                    </a:cubicBezTo>
                    <a:lnTo>
                      <a:pt x="1" y="16679"/>
                    </a:lnTo>
                    <a:cubicBezTo>
                      <a:pt x="8340" y="16145"/>
                      <a:pt x="12443" y="6271"/>
                      <a:pt x="69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0" name="Google Shape;360;p52"/>
            <p:cNvSpPr/>
            <p:nvPr/>
          </p:nvSpPr>
          <p:spPr>
            <a:xfrm flipH="1">
              <a:off x="6507123" y="1547067"/>
              <a:ext cx="460123" cy="417060"/>
            </a:xfrm>
            <a:custGeom>
              <a:avLst/>
              <a:gdLst/>
              <a:ahLst/>
              <a:cxnLst/>
              <a:rect l="l" t="t" r="r" b="b"/>
              <a:pathLst>
                <a:path w="16647" h="15089" extrusionOk="0">
                  <a:moveTo>
                    <a:pt x="4404" y="0"/>
                  </a:moveTo>
                  <a:lnTo>
                    <a:pt x="1" y="1001"/>
                  </a:lnTo>
                  <a:cubicBezTo>
                    <a:pt x="101" y="1501"/>
                    <a:pt x="201" y="1968"/>
                    <a:pt x="335" y="2435"/>
                  </a:cubicBezTo>
                  <a:cubicBezTo>
                    <a:pt x="435" y="2902"/>
                    <a:pt x="568" y="3336"/>
                    <a:pt x="701" y="3803"/>
                  </a:cubicBezTo>
                  <a:cubicBezTo>
                    <a:pt x="968" y="4737"/>
                    <a:pt x="1302" y="5637"/>
                    <a:pt x="1635" y="6571"/>
                  </a:cubicBezTo>
                  <a:cubicBezTo>
                    <a:pt x="2336" y="8473"/>
                    <a:pt x="3270" y="10274"/>
                    <a:pt x="4437" y="11942"/>
                  </a:cubicBezTo>
                  <a:cubicBezTo>
                    <a:pt x="4804" y="12409"/>
                    <a:pt x="5171" y="12843"/>
                    <a:pt x="5605" y="13243"/>
                  </a:cubicBezTo>
                  <a:cubicBezTo>
                    <a:pt x="6072" y="13710"/>
                    <a:pt x="6606" y="14077"/>
                    <a:pt x="7206" y="14377"/>
                  </a:cubicBezTo>
                  <a:cubicBezTo>
                    <a:pt x="8185" y="14851"/>
                    <a:pt x="9268" y="15089"/>
                    <a:pt x="10364" y="15089"/>
                  </a:cubicBezTo>
                  <a:cubicBezTo>
                    <a:pt x="10501" y="15089"/>
                    <a:pt x="10638" y="15085"/>
                    <a:pt x="10775" y="15078"/>
                  </a:cubicBezTo>
                  <a:cubicBezTo>
                    <a:pt x="11876" y="14977"/>
                    <a:pt x="12944" y="14744"/>
                    <a:pt x="13944" y="14310"/>
                  </a:cubicBezTo>
                  <a:cubicBezTo>
                    <a:pt x="14411" y="14110"/>
                    <a:pt x="14878" y="13910"/>
                    <a:pt x="15345" y="13677"/>
                  </a:cubicBezTo>
                  <a:cubicBezTo>
                    <a:pt x="15545" y="13543"/>
                    <a:pt x="15779" y="13410"/>
                    <a:pt x="15979" y="13243"/>
                  </a:cubicBezTo>
                  <a:cubicBezTo>
                    <a:pt x="16179" y="13076"/>
                    <a:pt x="16413" y="12943"/>
                    <a:pt x="16646" y="12776"/>
                  </a:cubicBezTo>
                  <a:lnTo>
                    <a:pt x="15512" y="10841"/>
                  </a:lnTo>
                  <a:lnTo>
                    <a:pt x="14945" y="10975"/>
                  </a:lnTo>
                  <a:lnTo>
                    <a:pt x="14311" y="11141"/>
                  </a:lnTo>
                  <a:cubicBezTo>
                    <a:pt x="13911" y="11208"/>
                    <a:pt x="13477" y="11308"/>
                    <a:pt x="13077" y="11342"/>
                  </a:cubicBezTo>
                  <a:cubicBezTo>
                    <a:pt x="12628" y="11420"/>
                    <a:pt x="12178" y="11452"/>
                    <a:pt x="11735" y="11452"/>
                  </a:cubicBezTo>
                  <a:cubicBezTo>
                    <a:pt x="11422" y="11452"/>
                    <a:pt x="11113" y="11436"/>
                    <a:pt x="10809" y="11408"/>
                  </a:cubicBezTo>
                  <a:cubicBezTo>
                    <a:pt x="10175" y="11342"/>
                    <a:pt x="9608" y="11141"/>
                    <a:pt x="9107" y="10774"/>
                  </a:cubicBezTo>
                  <a:cubicBezTo>
                    <a:pt x="8874" y="10641"/>
                    <a:pt x="8674" y="10441"/>
                    <a:pt x="8507" y="10241"/>
                  </a:cubicBezTo>
                  <a:cubicBezTo>
                    <a:pt x="8274" y="9974"/>
                    <a:pt x="8073" y="9707"/>
                    <a:pt x="7907" y="9407"/>
                  </a:cubicBezTo>
                  <a:cubicBezTo>
                    <a:pt x="7473" y="8740"/>
                    <a:pt x="7106" y="8073"/>
                    <a:pt x="6806" y="7339"/>
                  </a:cubicBezTo>
                  <a:cubicBezTo>
                    <a:pt x="6439" y="6571"/>
                    <a:pt x="6139" y="5771"/>
                    <a:pt x="5872" y="4970"/>
                  </a:cubicBezTo>
                  <a:cubicBezTo>
                    <a:pt x="5572" y="4136"/>
                    <a:pt x="5338" y="3302"/>
                    <a:pt x="5071" y="2469"/>
                  </a:cubicBezTo>
                  <a:lnTo>
                    <a:pt x="4704" y="1201"/>
                  </a:lnTo>
                  <a:cubicBezTo>
                    <a:pt x="4604" y="801"/>
                    <a:pt x="4471" y="367"/>
                    <a:pt x="4404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2"/>
            <p:cNvSpPr/>
            <p:nvPr/>
          </p:nvSpPr>
          <p:spPr>
            <a:xfrm flipH="1">
              <a:off x="6743170" y="1467629"/>
              <a:ext cx="288617" cy="340387"/>
            </a:xfrm>
            <a:custGeom>
              <a:avLst/>
              <a:gdLst/>
              <a:ahLst/>
              <a:cxnLst/>
              <a:rect l="l" t="t" r="r" b="b"/>
              <a:pathLst>
                <a:path w="10442" h="12315" extrusionOk="0">
                  <a:moveTo>
                    <a:pt x="4356" y="1"/>
                  </a:moveTo>
                  <a:cubicBezTo>
                    <a:pt x="3492" y="1"/>
                    <a:pt x="2646" y="442"/>
                    <a:pt x="1936" y="1340"/>
                  </a:cubicBezTo>
                  <a:cubicBezTo>
                    <a:pt x="1" y="3808"/>
                    <a:pt x="1936" y="8712"/>
                    <a:pt x="3704" y="12314"/>
                  </a:cubicBezTo>
                  <a:lnTo>
                    <a:pt x="10442" y="9946"/>
                  </a:lnTo>
                  <a:cubicBezTo>
                    <a:pt x="9908" y="7778"/>
                    <a:pt x="9208" y="5676"/>
                    <a:pt x="8307" y="3641"/>
                  </a:cubicBezTo>
                  <a:cubicBezTo>
                    <a:pt x="7304" y="1239"/>
                    <a:pt x="5804" y="1"/>
                    <a:pt x="4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2"/>
            <p:cNvSpPr/>
            <p:nvPr/>
          </p:nvSpPr>
          <p:spPr>
            <a:xfrm flipH="1">
              <a:off x="6817852" y="1614897"/>
              <a:ext cx="143839" cy="193121"/>
            </a:xfrm>
            <a:custGeom>
              <a:avLst/>
              <a:gdLst/>
              <a:ahLst/>
              <a:cxnLst/>
              <a:rect l="l" t="t" r="r" b="b"/>
              <a:pathLst>
                <a:path w="5204" h="6987" extrusionOk="0">
                  <a:moveTo>
                    <a:pt x="2063" y="1"/>
                  </a:moveTo>
                  <a:cubicBezTo>
                    <a:pt x="1491" y="1"/>
                    <a:pt x="491" y="2054"/>
                    <a:pt x="0" y="4418"/>
                  </a:cubicBezTo>
                  <a:cubicBezTo>
                    <a:pt x="367" y="5318"/>
                    <a:pt x="767" y="6186"/>
                    <a:pt x="1168" y="6986"/>
                  </a:cubicBezTo>
                  <a:lnTo>
                    <a:pt x="5204" y="5552"/>
                  </a:lnTo>
                  <a:cubicBezTo>
                    <a:pt x="4537" y="3150"/>
                    <a:pt x="3469" y="882"/>
                    <a:pt x="2202" y="48"/>
                  </a:cubicBezTo>
                  <a:cubicBezTo>
                    <a:pt x="2159" y="16"/>
                    <a:pt x="2113" y="1"/>
                    <a:pt x="2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2"/>
            <p:cNvSpPr/>
            <p:nvPr/>
          </p:nvSpPr>
          <p:spPr>
            <a:xfrm flipH="1">
              <a:off x="6473922" y="1796909"/>
              <a:ext cx="87619" cy="111223"/>
            </a:xfrm>
            <a:custGeom>
              <a:avLst/>
              <a:gdLst/>
              <a:ahLst/>
              <a:cxnLst/>
              <a:rect l="l" t="t" r="r" b="b"/>
              <a:pathLst>
                <a:path w="3170" h="4024" extrusionOk="0">
                  <a:moveTo>
                    <a:pt x="2635" y="1"/>
                  </a:moveTo>
                  <a:lnTo>
                    <a:pt x="1168" y="801"/>
                  </a:lnTo>
                  <a:cubicBezTo>
                    <a:pt x="567" y="1235"/>
                    <a:pt x="167" y="1936"/>
                    <a:pt x="67" y="2703"/>
                  </a:cubicBezTo>
                  <a:lnTo>
                    <a:pt x="0" y="3537"/>
                  </a:lnTo>
                  <a:cubicBezTo>
                    <a:pt x="204" y="3896"/>
                    <a:pt x="558" y="4024"/>
                    <a:pt x="958" y="4024"/>
                  </a:cubicBezTo>
                  <a:cubicBezTo>
                    <a:pt x="1929" y="4024"/>
                    <a:pt x="3169" y="3270"/>
                    <a:pt x="3169" y="3270"/>
                  </a:cubicBezTo>
                  <a:lnTo>
                    <a:pt x="2635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2"/>
            <p:cNvSpPr/>
            <p:nvPr/>
          </p:nvSpPr>
          <p:spPr>
            <a:xfrm flipH="1">
              <a:off x="6401090" y="1792321"/>
              <a:ext cx="87619" cy="94971"/>
            </a:xfrm>
            <a:custGeom>
              <a:avLst/>
              <a:gdLst/>
              <a:ahLst/>
              <a:cxnLst/>
              <a:rect l="l" t="t" r="r" b="b"/>
              <a:pathLst>
                <a:path w="3170" h="3436" extrusionOk="0">
                  <a:moveTo>
                    <a:pt x="1868" y="0"/>
                  </a:moveTo>
                  <a:lnTo>
                    <a:pt x="0" y="167"/>
                  </a:lnTo>
                  <a:lnTo>
                    <a:pt x="534" y="3436"/>
                  </a:lnTo>
                  <a:lnTo>
                    <a:pt x="3169" y="2635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2"/>
            <p:cNvSpPr/>
            <p:nvPr/>
          </p:nvSpPr>
          <p:spPr>
            <a:xfrm flipH="1">
              <a:off x="6836293" y="1431806"/>
              <a:ext cx="458244" cy="714577"/>
            </a:xfrm>
            <a:custGeom>
              <a:avLst/>
              <a:gdLst/>
              <a:ahLst/>
              <a:cxnLst/>
              <a:rect l="l" t="t" r="r" b="b"/>
              <a:pathLst>
                <a:path w="16579" h="25853" extrusionOk="0">
                  <a:moveTo>
                    <a:pt x="7973" y="0"/>
                  </a:moveTo>
                  <a:lnTo>
                    <a:pt x="3669" y="367"/>
                  </a:lnTo>
                  <a:cubicBezTo>
                    <a:pt x="2335" y="467"/>
                    <a:pt x="1234" y="1468"/>
                    <a:pt x="1001" y="2802"/>
                  </a:cubicBezTo>
                  <a:cubicBezTo>
                    <a:pt x="534" y="5938"/>
                    <a:pt x="234" y="9074"/>
                    <a:pt x="167" y="12243"/>
                  </a:cubicBezTo>
                  <a:cubicBezTo>
                    <a:pt x="0" y="15812"/>
                    <a:pt x="400" y="21082"/>
                    <a:pt x="1001" y="25852"/>
                  </a:cubicBezTo>
                  <a:lnTo>
                    <a:pt x="15311" y="24118"/>
                  </a:lnTo>
                  <a:cubicBezTo>
                    <a:pt x="15445" y="11609"/>
                    <a:pt x="16412" y="7706"/>
                    <a:pt x="16512" y="4404"/>
                  </a:cubicBezTo>
                  <a:cubicBezTo>
                    <a:pt x="16579" y="3069"/>
                    <a:pt x="15711" y="1868"/>
                    <a:pt x="14444" y="1468"/>
                  </a:cubicBezTo>
                  <a:lnTo>
                    <a:pt x="11408" y="467"/>
                  </a:lnTo>
                  <a:lnTo>
                    <a:pt x="797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2"/>
            <p:cNvSpPr/>
            <p:nvPr/>
          </p:nvSpPr>
          <p:spPr>
            <a:xfrm flipH="1">
              <a:off x="6698916" y="2961429"/>
              <a:ext cx="160450" cy="221286"/>
            </a:xfrm>
            <a:custGeom>
              <a:avLst/>
              <a:gdLst/>
              <a:ahLst/>
              <a:cxnLst/>
              <a:rect l="l" t="t" r="r" b="b"/>
              <a:pathLst>
                <a:path w="5805" h="8006" extrusionOk="0">
                  <a:moveTo>
                    <a:pt x="2736" y="0"/>
                  </a:moveTo>
                  <a:lnTo>
                    <a:pt x="1" y="7172"/>
                  </a:lnTo>
                  <a:lnTo>
                    <a:pt x="3070" y="8006"/>
                  </a:lnTo>
                  <a:lnTo>
                    <a:pt x="5805" y="83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52"/>
            <p:cNvSpPr/>
            <p:nvPr/>
          </p:nvSpPr>
          <p:spPr>
            <a:xfrm flipH="1">
              <a:off x="6590098" y="3123457"/>
              <a:ext cx="299701" cy="149726"/>
            </a:xfrm>
            <a:custGeom>
              <a:avLst/>
              <a:gdLst/>
              <a:ahLst/>
              <a:cxnLst/>
              <a:rect l="l" t="t" r="r" b="b"/>
              <a:pathLst>
                <a:path w="10843" h="5417" extrusionOk="0">
                  <a:moveTo>
                    <a:pt x="1331" y="0"/>
                  </a:moveTo>
                  <a:cubicBezTo>
                    <a:pt x="1215" y="0"/>
                    <a:pt x="1096" y="65"/>
                    <a:pt x="1068" y="176"/>
                  </a:cubicBezTo>
                  <a:lnTo>
                    <a:pt x="101" y="3044"/>
                  </a:lnTo>
                  <a:cubicBezTo>
                    <a:pt x="1" y="3378"/>
                    <a:pt x="168" y="3745"/>
                    <a:pt x="501" y="3845"/>
                  </a:cubicBezTo>
                  <a:lnTo>
                    <a:pt x="535" y="3845"/>
                  </a:lnTo>
                  <a:cubicBezTo>
                    <a:pt x="1669" y="4312"/>
                    <a:pt x="2469" y="4145"/>
                    <a:pt x="4271" y="4512"/>
                  </a:cubicBezTo>
                  <a:cubicBezTo>
                    <a:pt x="5326" y="4704"/>
                    <a:pt x="7546" y="5417"/>
                    <a:pt x="9079" y="5417"/>
                  </a:cubicBezTo>
                  <a:cubicBezTo>
                    <a:pt x="9146" y="5417"/>
                    <a:pt x="9211" y="5416"/>
                    <a:pt x="9274" y="5413"/>
                  </a:cubicBezTo>
                  <a:cubicBezTo>
                    <a:pt x="10809" y="5346"/>
                    <a:pt x="10842" y="3778"/>
                    <a:pt x="10175" y="3678"/>
                  </a:cubicBezTo>
                  <a:cubicBezTo>
                    <a:pt x="7840" y="3311"/>
                    <a:pt x="6039" y="1910"/>
                    <a:pt x="5538" y="1210"/>
                  </a:cubicBezTo>
                  <a:cubicBezTo>
                    <a:pt x="5271" y="876"/>
                    <a:pt x="4938" y="676"/>
                    <a:pt x="4538" y="609"/>
                  </a:cubicBezTo>
                  <a:lnTo>
                    <a:pt x="1402" y="9"/>
                  </a:lnTo>
                  <a:cubicBezTo>
                    <a:pt x="1379" y="3"/>
                    <a:pt x="1355" y="0"/>
                    <a:pt x="1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52"/>
            <p:cNvSpPr/>
            <p:nvPr/>
          </p:nvSpPr>
          <p:spPr>
            <a:xfrm flipH="1">
              <a:off x="6698915" y="2961429"/>
              <a:ext cx="123551" cy="129106"/>
            </a:xfrm>
            <a:custGeom>
              <a:avLst/>
              <a:gdLst/>
              <a:ahLst/>
              <a:cxnLst/>
              <a:rect l="l" t="t" r="r" b="b"/>
              <a:pathLst>
                <a:path w="4470" h="4671" extrusionOk="0">
                  <a:moveTo>
                    <a:pt x="1401" y="0"/>
                  </a:moveTo>
                  <a:lnTo>
                    <a:pt x="0" y="3703"/>
                  </a:lnTo>
                  <a:lnTo>
                    <a:pt x="3002" y="4670"/>
                  </a:lnTo>
                  <a:lnTo>
                    <a:pt x="4470" y="867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2"/>
            <p:cNvSpPr/>
            <p:nvPr/>
          </p:nvSpPr>
          <p:spPr>
            <a:xfrm flipH="1">
              <a:off x="6484074" y="2292033"/>
              <a:ext cx="624222" cy="776352"/>
            </a:xfrm>
            <a:custGeom>
              <a:avLst/>
              <a:gdLst/>
              <a:ahLst/>
              <a:cxnLst/>
              <a:rect l="l" t="t" r="r" b="b"/>
              <a:pathLst>
                <a:path w="22584" h="28088" extrusionOk="0">
                  <a:moveTo>
                    <a:pt x="19047" y="1"/>
                  </a:moveTo>
                  <a:cubicBezTo>
                    <a:pt x="17313" y="534"/>
                    <a:pt x="14110" y="2002"/>
                    <a:pt x="10708" y="3470"/>
                  </a:cubicBezTo>
                  <a:cubicBezTo>
                    <a:pt x="6839" y="5104"/>
                    <a:pt x="2669" y="6772"/>
                    <a:pt x="0" y="7106"/>
                  </a:cubicBezTo>
                  <a:cubicBezTo>
                    <a:pt x="267" y="7139"/>
                    <a:pt x="567" y="7172"/>
                    <a:pt x="868" y="7172"/>
                  </a:cubicBezTo>
                  <a:lnTo>
                    <a:pt x="16379" y="7172"/>
                  </a:lnTo>
                  <a:cubicBezTo>
                    <a:pt x="13844" y="8974"/>
                    <a:pt x="10108" y="26620"/>
                    <a:pt x="10108" y="26620"/>
                  </a:cubicBezTo>
                  <a:lnTo>
                    <a:pt x="14277" y="28087"/>
                  </a:lnTo>
                  <a:cubicBezTo>
                    <a:pt x="14277" y="28087"/>
                    <a:pt x="16212" y="22750"/>
                    <a:pt x="18447" y="16679"/>
                  </a:cubicBezTo>
                  <a:cubicBezTo>
                    <a:pt x="19614" y="13577"/>
                    <a:pt x="20982" y="10408"/>
                    <a:pt x="21783" y="7306"/>
                  </a:cubicBezTo>
                  <a:cubicBezTo>
                    <a:pt x="22083" y="6205"/>
                    <a:pt x="22283" y="5071"/>
                    <a:pt x="22416" y="3937"/>
                  </a:cubicBezTo>
                  <a:cubicBezTo>
                    <a:pt x="22583" y="2169"/>
                    <a:pt x="21149" y="901"/>
                    <a:pt x="19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2"/>
            <p:cNvSpPr/>
            <p:nvPr/>
          </p:nvSpPr>
          <p:spPr>
            <a:xfrm flipH="1">
              <a:off x="6581811" y="2152808"/>
              <a:ext cx="697993" cy="335633"/>
            </a:xfrm>
            <a:custGeom>
              <a:avLst/>
              <a:gdLst/>
              <a:ahLst/>
              <a:cxnLst/>
              <a:rect l="l" t="t" r="r" b="b"/>
              <a:pathLst>
                <a:path w="25253" h="12143" extrusionOk="0">
                  <a:moveTo>
                    <a:pt x="4704" y="1"/>
                  </a:moveTo>
                  <a:cubicBezTo>
                    <a:pt x="1" y="6172"/>
                    <a:pt x="1702" y="11542"/>
                    <a:pt x="6205" y="12143"/>
                  </a:cubicBezTo>
                  <a:cubicBezTo>
                    <a:pt x="8874" y="11809"/>
                    <a:pt x="13044" y="10175"/>
                    <a:pt x="16913" y="8507"/>
                  </a:cubicBezTo>
                  <a:cubicBezTo>
                    <a:pt x="20315" y="7072"/>
                    <a:pt x="23518" y="5605"/>
                    <a:pt x="25252" y="5038"/>
                  </a:cubicBezTo>
                  <a:cubicBezTo>
                    <a:pt x="20236" y="2934"/>
                    <a:pt x="11390" y="2903"/>
                    <a:pt x="10866" y="2903"/>
                  </a:cubicBezTo>
                  <a:cubicBezTo>
                    <a:pt x="10850" y="2903"/>
                    <a:pt x="10842" y="2903"/>
                    <a:pt x="10842" y="2903"/>
                  </a:cubicBezTo>
                  <a:cubicBezTo>
                    <a:pt x="10842" y="2903"/>
                    <a:pt x="7773" y="1"/>
                    <a:pt x="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2"/>
            <p:cNvSpPr/>
            <p:nvPr/>
          </p:nvSpPr>
          <p:spPr>
            <a:xfrm flipH="1">
              <a:off x="6177038" y="2753048"/>
              <a:ext cx="163242" cy="236046"/>
            </a:xfrm>
            <a:custGeom>
              <a:avLst/>
              <a:gdLst/>
              <a:ahLst/>
              <a:cxnLst/>
              <a:rect l="l" t="t" r="r" b="b"/>
              <a:pathLst>
                <a:path w="5906" h="8540" extrusionOk="0">
                  <a:moveTo>
                    <a:pt x="2336" y="0"/>
                  </a:moveTo>
                  <a:lnTo>
                    <a:pt x="1" y="3903"/>
                  </a:lnTo>
                  <a:lnTo>
                    <a:pt x="2469" y="8540"/>
                  </a:lnTo>
                  <a:lnTo>
                    <a:pt x="5905" y="8540"/>
                  </a:lnTo>
                  <a:lnTo>
                    <a:pt x="23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2"/>
            <p:cNvSpPr/>
            <p:nvPr/>
          </p:nvSpPr>
          <p:spPr>
            <a:xfrm flipH="1">
              <a:off x="6019379" y="2941473"/>
              <a:ext cx="319049" cy="170041"/>
            </a:xfrm>
            <a:custGeom>
              <a:avLst/>
              <a:gdLst/>
              <a:ahLst/>
              <a:cxnLst/>
              <a:rect l="l" t="t" r="r" b="b"/>
              <a:pathLst>
                <a:path w="11543" h="6152" extrusionOk="0">
                  <a:moveTo>
                    <a:pt x="1444" y="0"/>
                  </a:moveTo>
                  <a:cubicBezTo>
                    <a:pt x="1335" y="0"/>
                    <a:pt x="1227" y="84"/>
                    <a:pt x="1201" y="188"/>
                  </a:cubicBezTo>
                  <a:lnTo>
                    <a:pt x="101" y="3257"/>
                  </a:lnTo>
                  <a:cubicBezTo>
                    <a:pt x="1" y="3591"/>
                    <a:pt x="167" y="3924"/>
                    <a:pt x="501" y="4024"/>
                  </a:cubicBezTo>
                  <a:lnTo>
                    <a:pt x="534" y="4024"/>
                  </a:lnTo>
                  <a:cubicBezTo>
                    <a:pt x="1935" y="4325"/>
                    <a:pt x="2602" y="4391"/>
                    <a:pt x="4370" y="4792"/>
                  </a:cubicBezTo>
                  <a:cubicBezTo>
                    <a:pt x="5471" y="5058"/>
                    <a:pt x="8206" y="5759"/>
                    <a:pt x="9707" y="6093"/>
                  </a:cubicBezTo>
                  <a:cubicBezTo>
                    <a:pt x="9872" y="6133"/>
                    <a:pt x="10024" y="6151"/>
                    <a:pt x="10163" y="6151"/>
                  </a:cubicBezTo>
                  <a:cubicBezTo>
                    <a:pt x="11284" y="6151"/>
                    <a:pt x="11543" y="4959"/>
                    <a:pt x="11008" y="4692"/>
                  </a:cubicBezTo>
                  <a:cubicBezTo>
                    <a:pt x="8340" y="3457"/>
                    <a:pt x="6872" y="2290"/>
                    <a:pt x="6105" y="1256"/>
                  </a:cubicBezTo>
                  <a:cubicBezTo>
                    <a:pt x="5971" y="1089"/>
                    <a:pt x="5771" y="956"/>
                    <a:pt x="5538" y="922"/>
                  </a:cubicBezTo>
                  <a:lnTo>
                    <a:pt x="1535" y="22"/>
                  </a:lnTo>
                  <a:cubicBezTo>
                    <a:pt x="1506" y="7"/>
                    <a:pt x="1475" y="0"/>
                    <a:pt x="14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2"/>
            <p:cNvSpPr/>
            <p:nvPr/>
          </p:nvSpPr>
          <p:spPr>
            <a:xfrm flipH="1">
              <a:off x="6234225" y="2753048"/>
              <a:ext cx="106055" cy="147542"/>
            </a:xfrm>
            <a:custGeom>
              <a:avLst/>
              <a:gdLst/>
              <a:ahLst/>
              <a:cxnLst/>
              <a:rect l="l" t="t" r="r" b="b"/>
              <a:pathLst>
                <a:path w="3837" h="5338" extrusionOk="0">
                  <a:moveTo>
                    <a:pt x="2336" y="0"/>
                  </a:moveTo>
                  <a:lnTo>
                    <a:pt x="1" y="3903"/>
                  </a:lnTo>
                  <a:lnTo>
                    <a:pt x="768" y="5337"/>
                  </a:lnTo>
                  <a:lnTo>
                    <a:pt x="3837" y="3636"/>
                  </a:lnTo>
                  <a:lnTo>
                    <a:pt x="23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2"/>
            <p:cNvSpPr/>
            <p:nvPr/>
          </p:nvSpPr>
          <p:spPr>
            <a:xfrm flipH="1">
              <a:off x="6232387" y="2097306"/>
              <a:ext cx="1092582" cy="782986"/>
            </a:xfrm>
            <a:custGeom>
              <a:avLst/>
              <a:gdLst/>
              <a:ahLst/>
              <a:cxnLst/>
              <a:rect l="l" t="t" r="r" b="b"/>
              <a:pathLst>
                <a:path w="39529" h="28328" extrusionOk="0">
                  <a:moveTo>
                    <a:pt x="24402" y="0"/>
                  </a:moveTo>
                  <a:cubicBezTo>
                    <a:pt x="17742" y="0"/>
                    <a:pt x="10374" y="1775"/>
                    <a:pt x="10374" y="1775"/>
                  </a:cubicBezTo>
                  <a:cubicBezTo>
                    <a:pt x="10374" y="1775"/>
                    <a:pt x="5137" y="2075"/>
                    <a:pt x="2069" y="2075"/>
                  </a:cubicBezTo>
                  <a:cubicBezTo>
                    <a:pt x="0" y="9714"/>
                    <a:pt x="1768" y="14217"/>
                    <a:pt x="6905" y="14217"/>
                  </a:cubicBezTo>
                  <a:cubicBezTo>
                    <a:pt x="7239" y="14217"/>
                    <a:pt x="7539" y="14217"/>
                    <a:pt x="7839" y="14151"/>
                  </a:cubicBezTo>
                  <a:cubicBezTo>
                    <a:pt x="10508" y="13817"/>
                    <a:pt x="14678" y="12183"/>
                    <a:pt x="18547" y="10515"/>
                  </a:cubicBezTo>
                  <a:cubicBezTo>
                    <a:pt x="21949" y="9080"/>
                    <a:pt x="25152" y="7613"/>
                    <a:pt x="26886" y="7046"/>
                  </a:cubicBezTo>
                  <a:cubicBezTo>
                    <a:pt x="28988" y="7946"/>
                    <a:pt x="30422" y="9181"/>
                    <a:pt x="30255" y="10982"/>
                  </a:cubicBezTo>
                  <a:cubicBezTo>
                    <a:pt x="30122" y="12116"/>
                    <a:pt x="29922" y="13250"/>
                    <a:pt x="29622" y="14351"/>
                  </a:cubicBezTo>
                  <a:cubicBezTo>
                    <a:pt x="32624" y="21756"/>
                    <a:pt x="35759" y="28328"/>
                    <a:pt x="35759" y="28328"/>
                  </a:cubicBezTo>
                  <a:lnTo>
                    <a:pt x="39529" y="26059"/>
                  </a:lnTo>
                  <a:cubicBezTo>
                    <a:pt x="39529" y="26059"/>
                    <a:pt x="36693" y="16019"/>
                    <a:pt x="34825" y="6712"/>
                  </a:cubicBezTo>
                  <a:cubicBezTo>
                    <a:pt x="34125" y="3243"/>
                    <a:pt x="31256" y="574"/>
                    <a:pt x="27720" y="174"/>
                  </a:cubicBezTo>
                  <a:cubicBezTo>
                    <a:pt x="26662" y="52"/>
                    <a:pt x="25542" y="0"/>
                    <a:pt x="244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2"/>
            <p:cNvSpPr/>
            <p:nvPr/>
          </p:nvSpPr>
          <p:spPr>
            <a:xfrm flipH="1">
              <a:off x="6866724" y="2097499"/>
              <a:ext cx="413080" cy="63627"/>
            </a:xfrm>
            <a:custGeom>
              <a:avLst/>
              <a:gdLst/>
              <a:ahLst/>
              <a:cxnLst/>
              <a:rect l="l" t="t" r="r" b="b"/>
              <a:pathLst>
                <a:path w="14945" h="2302" extrusionOk="0">
                  <a:moveTo>
                    <a:pt x="14711" y="0"/>
                  </a:moveTo>
                  <a:lnTo>
                    <a:pt x="635" y="868"/>
                  </a:lnTo>
                  <a:cubicBezTo>
                    <a:pt x="568" y="868"/>
                    <a:pt x="468" y="901"/>
                    <a:pt x="435" y="968"/>
                  </a:cubicBezTo>
                  <a:lnTo>
                    <a:pt x="34" y="2135"/>
                  </a:lnTo>
                  <a:cubicBezTo>
                    <a:pt x="1" y="2202"/>
                    <a:pt x="101" y="2302"/>
                    <a:pt x="268" y="2302"/>
                  </a:cubicBezTo>
                  <a:lnTo>
                    <a:pt x="14578" y="1468"/>
                  </a:lnTo>
                  <a:cubicBezTo>
                    <a:pt x="14678" y="1468"/>
                    <a:pt x="14778" y="1401"/>
                    <a:pt x="14778" y="1335"/>
                  </a:cubicBezTo>
                  <a:lnTo>
                    <a:pt x="14945" y="167"/>
                  </a:lnTo>
                  <a:cubicBezTo>
                    <a:pt x="14945" y="67"/>
                    <a:pt x="14845" y="0"/>
                    <a:pt x="147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2"/>
            <p:cNvSpPr/>
            <p:nvPr/>
          </p:nvSpPr>
          <p:spPr>
            <a:xfrm flipH="1">
              <a:off x="7149233" y="1476225"/>
              <a:ext cx="176647" cy="321674"/>
            </a:xfrm>
            <a:custGeom>
              <a:avLst/>
              <a:gdLst/>
              <a:ahLst/>
              <a:cxnLst/>
              <a:rect l="l" t="t" r="r" b="b"/>
              <a:pathLst>
                <a:path w="6391" h="11638" extrusionOk="0">
                  <a:moveTo>
                    <a:pt x="3840" y="1"/>
                  </a:moveTo>
                  <a:cubicBezTo>
                    <a:pt x="3743" y="1"/>
                    <a:pt x="3641" y="10"/>
                    <a:pt x="3536" y="28"/>
                  </a:cubicBezTo>
                  <a:cubicBezTo>
                    <a:pt x="0" y="2096"/>
                    <a:pt x="600" y="10068"/>
                    <a:pt x="2402" y="11203"/>
                  </a:cubicBezTo>
                  <a:cubicBezTo>
                    <a:pt x="2679" y="11393"/>
                    <a:pt x="3252" y="11637"/>
                    <a:pt x="3791" y="11637"/>
                  </a:cubicBezTo>
                  <a:cubicBezTo>
                    <a:pt x="4290" y="11637"/>
                    <a:pt x="4760" y="11427"/>
                    <a:pt x="4937" y="10769"/>
                  </a:cubicBezTo>
                  <a:cubicBezTo>
                    <a:pt x="6190" y="6174"/>
                    <a:pt x="6391" y="1"/>
                    <a:pt x="38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2"/>
            <p:cNvSpPr/>
            <p:nvPr/>
          </p:nvSpPr>
          <p:spPr>
            <a:xfrm flipH="1">
              <a:off x="6925709" y="1698979"/>
              <a:ext cx="458271" cy="337678"/>
            </a:xfrm>
            <a:custGeom>
              <a:avLst/>
              <a:gdLst/>
              <a:ahLst/>
              <a:cxnLst/>
              <a:rect l="l" t="t" r="r" b="b"/>
              <a:pathLst>
                <a:path w="16580" h="12217" extrusionOk="0">
                  <a:moveTo>
                    <a:pt x="1093" y="0"/>
                  </a:moveTo>
                  <a:cubicBezTo>
                    <a:pt x="846" y="0"/>
                    <a:pt x="632" y="43"/>
                    <a:pt x="468" y="141"/>
                  </a:cubicBezTo>
                  <a:cubicBezTo>
                    <a:pt x="234" y="3511"/>
                    <a:pt x="1" y="8214"/>
                    <a:pt x="1335" y="9281"/>
                  </a:cubicBezTo>
                  <a:cubicBezTo>
                    <a:pt x="2803" y="10449"/>
                    <a:pt x="5805" y="10916"/>
                    <a:pt x="7673" y="11149"/>
                  </a:cubicBezTo>
                  <a:cubicBezTo>
                    <a:pt x="10208" y="11483"/>
                    <a:pt x="12776" y="11850"/>
                    <a:pt x="15311" y="12217"/>
                  </a:cubicBezTo>
                  <a:cubicBezTo>
                    <a:pt x="15745" y="11550"/>
                    <a:pt x="16145" y="10983"/>
                    <a:pt x="16579" y="10282"/>
                  </a:cubicBezTo>
                  <a:lnTo>
                    <a:pt x="16579" y="10282"/>
                  </a:lnTo>
                  <a:cubicBezTo>
                    <a:pt x="16565" y="10304"/>
                    <a:pt x="16522" y="10314"/>
                    <a:pt x="16452" y="10314"/>
                  </a:cubicBezTo>
                  <a:cubicBezTo>
                    <a:pt x="15330" y="10314"/>
                    <a:pt x="7418" y="7690"/>
                    <a:pt x="6005" y="6780"/>
                  </a:cubicBezTo>
                  <a:cubicBezTo>
                    <a:pt x="4504" y="5846"/>
                    <a:pt x="5404" y="4378"/>
                    <a:pt x="5304" y="1576"/>
                  </a:cubicBezTo>
                  <a:cubicBezTo>
                    <a:pt x="5304" y="1576"/>
                    <a:pt x="2596" y="0"/>
                    <a:pt x="1093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2"/>
            <p:cNvSpPr/>
            <p:nvPr/>
          </p:nvSpPr>
          <p:spPr>
            <a:xfrm flipH="1">
              <a:off x="7150395" y="1440071"/>
              <a:ext cx="244642" cy="333808"/>
            </a:xfrm>
            <a:custGeom>
              <a:avLst/>
              <a:gdLst/>
              <a:ahLst/>
              <a:cxnLst/>
              <a:rect l="l" t="t" r="r" b="b"/>
              <a:pathLst>
                <a:path w="8851" h="12077" extrusionOk="0">
                  <a:moveTo>
                    <a:pt x="6021" y="0"/>
                  </a:moveTo>
                  <a:cubicBezTo>
                    <a:pt x="5693" y="0"/>
                    <a:pt x="5331" y="55"/>
                    <a:pt x="4937" y="168"/>
                  </a:cubicBezTo>
                  <a:cubicBezTo>
                    <a:pt x="1935" y="1069"/>
                    <a:pt x="667" y="6173"/>
                    <a:pt x="0" y="10142"/>
                  </a:cubicBezTo>
                  <a:lnTo>
                    <a:pt x="6171" y="12077"/>
                  </a:lnTo>
                  <a:cubicBezTo>
                    <a:pt x="7005" y="10042"/>
                    <a:pt x="7639" y="7907"/>
                    <a:pt x="8073" y="5706"/>
                  </a:cubicBezTo>
                  <a:cubicBezTo>
                    <a:pt x="8851" y="2218"/>
                    <a:pt x="8110" y="0"/>
                    <a:pt x="6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2"/>
            <p:cNvSpPr/>
            <p:nvPr/>
          </p:nvSpPr>
          <p:spPr>
            <a:xfrm flipH="1">
              <a:off x="6900830" y="1401844"/>
              <a:ext cx="241574" cy="163684"/>
            </a:xfrm>
            <a:custGeom>
              <a:avLst/>
              <a:gdLst/>
              <a:ahLst/>
              <a:cxnLst/>
              <a:rect l="l" t="t" r="r" b="b"/>
              <a:pathLst>
                <a:path w="8740" h="5922" extrusionOk="0">
                  <a:moveTo>
                    <a:pt x="2427" y="0"/>
                  </a:moveTo>
                  <a:cubicBezTo>
                    <a:pt x="1379" y="0"/>
                    <a:pt x="245" y="391"/>
                    <a:pt x="67" y="1551"/>
                  </a:cubicBezTo>
                  <a:cubicBezTo>
                    <a:pt x="0" y="2185"/>
                    <a:pt x="134" y="2786"/>
                    <a:pt x="500" y="3319"/>
                  </a:cubicBezTo>
                  <a:cubicBezTo>
                    <a:pt x="867" y="3820"/>
                    <a:pt x="1301" y="4287"/>
                    <a:pt x="1768" y="4687"/>
                  </a:cubicBezTo>
                  <a:cubicBezTo>
                    <a:pt x="2291" y="5179"/>
                    <a:pt x="2927" y="5699"/>
                    <a:pt x="3650" y="5699"/>
                  </a:cubicBezTo>
                  <a:cubicBezTo>
                    <a:pt x="3712" y="5699"/>
                    <a:pt x="3774" y="5696"/>
                    <a:pt x="3836" y="5688"/>
                  </a:cubicBezTo>
                  <a:cubicBezTo>
                    <a:pt x="4537" y="5588"/>
                    <a:pt x="4970" y="5221"/>
                    <a:pt x="5237" y="4353"/>
                  </a:cubicBezTo>
                  <a:cubicBezTo>
                    <a:pt x="5871" y="5354"/>
                    <a:pt x="5904" y="5854"/>
                    <a:pt x="6571" y="5921"/>
                  </a:cubicBezTo>
                  <a:cubicBezTo>
                    <a:pt x="7005" y="5888"/>
                    <a:pt x="7439" y="5654"/>
                    <a:pt x="7706" y="5321"/>
                  </a:cubicBezTo>
                  <a:cubicBezTo>
                    <a:pt x="8206" y="4887"/>
                    <a:pt x="8540" y="4287"/>
                    <a:pt x="8606" y="3653"/>
                  </a:cubicBezTo>
                  <a:cubicBezTo>
                    <a:pt x="8740" y="2385"/>
                    <a:pt x="7739" y="1218"/>
                    <a:pt x="6538" y="784"/>
                  </a:cubicBezTo>
                  <a:cubicBezTo>
                    <a:pt x="5337" y="351"/>
                    <a:pt x="4070" y="117"/>
                    <a:pt x="2802" y="17"/>
                  </a:cubicBezTo>
                  <a:cubicBezTo>
                    <a:pt x="2679" y="6"/>
                    <a:pt x="2554" y="0"/>
                    <a:pt x="24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2"/>
            <p:cNvSpPr/>
            <p:nvPr/>
          </p:nvSpPr>
          <p:spPr>
            <a:xfrm flipH="1">
              <a:off x="6900830" y="1401844"/>
              <a:ext cx="241574" cy="163684"/>
            </a:xfrm>
            <a:custGeom>
              <a:avLst/>
              <a:gdLst/>
              <a:ahLst/>
              <a:cxnLst/>
              <a:rect l="l" t="t" r="r" b="b"/>
              <a:pathLst>
                <a:path w="8740" h="5922" extrusionOk="0">
                  <a:moveTo>
                    <a:pt x="2427" y="0"/>
                  </a:moveTo>
                  <a:cubicBezTo>
                    <a:pt x="1379" y="0"/>
                    <a:pt x="245" y="391"/>
                    <a:pt x="67" y="1551"/>
                  </a:cubicBezTo>
                  <a:cubicBezTo>
                    <a:pt x="0" y="2185"/>
                    <a:pt x="134" y="2786"/>
                    <a:pt x="500" y="3319"/>
                  </a:cubicBezTo>
                  <a:cubicBezTo>
                    <a:pt x="867" y="3820"/>
                    <a:pt x="1301" y="4287"/>
                    <a:pt x="1768" y="4687"/>
                  </a:cubicBezTo>
                  <a:cubicBezTo>
                    <a:pt x="2291" y="5179"/>
                    <a:pt x="2927" y="5699"/>
                    <a:pt x="3650" y="5699"/>
                  </a:cubicBezTo>
                  <a:cubicBezTo>
                    <a:pt x="3712" y="5699"/>
                    <a:pt x="3774" y="5696"/>
                    <a:pt x="3836" y="5688"/>
                  </a:cubicBezTo>
                  <a:cubicBezTo>
                    <a:pt x="4537" y="5588"/>
                    <a:pt x="4970" y="5221"/>
                    <a:pt x="5237" y="4353"/>
                  </a:cubicBezTo>
                  <a:cubicBezTo>
                    <a:pt x="5871" y="5354"/>
                    <a:pt x="5904" y="5854"/>
                    <a:pt x="6571" y="5921"/>
                  </a:cubicBezTo>
                  <a:cubicBezTo>
                    <a:pt x="7005" y="5888"/>
                    <a:pt x="7439" y="5654"/>
                    <a:pt x="7706" y="5321"/>
                  </a:cubicBezTo>
                  <a:cubicBezTo>
                    <a:pt x="8206" y="4887"/>
                    <a:pt x="8540" y="4287"/>
                    <a:pt x="8606" y="3653"/>
                  </a:cubicBezTo>
                  <a:cubicBezTo>
                    <a:pt x="8740" y="2385"/>
                    <a:pt x="7739" y="1218"/>
                    <a:pt x="6538" y="784"/>
                  </a:cubicBezTo>
                  <a:cubicBezTo>
                    <a:pt x="5337" y="351"/>
                    <a:pt x="4070" y="117"/>
                    <a:pt x="2802" y="17"/>
                  </a:cubicBezTo>
                  <a:cubicBezTo>
                    <a:pt x="2679" y="6"/>
                    <a:pt x="2554" y="0"/>
                    <a:pt x="2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2"/>
            <p:cNvSpPr/>
            <p:nvPr/>
          </p:nvSpPr>
          <p:spPr>
            <a:xfrm flipH="1">
              <a:off x="6939056" y="1276909"/>
              <a:ext cx="160036" cy="240053"/>
            </a:xfrm>
            <a:custGeom>
              <a:avLst/>
              <a:gdLst/>
              <a:ahLst/>
              <a:cxnLst/>
              <a:rect l="l" t="t" r="r" b="b"/>
              <a:pathLst>
                <a:path w="5790" h="8685" extrusionOk="0">
                  <a:moveTo>
                    <a:pt x="1502" y="0"/>
                  </a:moveTo>
                  <a:cubicBezTo>
                    <a:pt x="1602" y="1868"/>
                    <a:pt x="1535" y="4203"/>
                    <a:pt x="401" y="5838"/>
                  </a:cubicBezTo>
                  <a:cubicBezTo>
                    <a:pt x="1" y="6405"/>
                    <a:pt x="101" y="6672"/>
                    <a:pt x="468" y="7206"/>
                  </a:cubicBezTo>
                  <a:cubicBezTo>
                    <a:pt x="1302" y="8106"/>
                    <a:pt x="2469" y="8640"/>
                    <a:pt x="3670" y="8673"/>
                  </a:cubicBezTo>
                  <a:cubicBezTo>
                    <a:pt x="3770" y="8681"/>
                    <a:pt x="3864" y="8685"/>
                    <a:pt x="3954" y="8685"/>
                  </a:cubicBezTo>
                  <a:cubicBezTo>
                    <a:pt x="5789" y="8685"/>
                    <a:pt x="5624" y="7133"/>
                    <a:pt x="5338" y="7005"/>
                  </a:cubicBezTo>
                  <a:cubicBezTo>
                    <a:pt x="4704" y="6605"/>
                    <a:pt x="4437" y="5805"/>
                    <a:pt x="4738" y="5137"/>
                  </a:cubicBezTo>
                  <a:cubicBezTo>
                    <a:pt x="4838" y="4804"/>
                    <a:pt x="4971" y="4504"/>
                    <a:pt x="5138" y="4270"/>
                  </a:cubicBezTo>
                  <a:lnTo>
                    <a:pt x="3036" y="1802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2"/>
            <p:cNvSpPr/>
            <p:nvPr/>
          </p:nvSpPr>
          <p:spPr>
            <a:xfrm flipH="1">
              <a:off x="6955224" y="1329454"/>
              <a:ext cx="59951" cy="94087"/>
            </a:xfrm>
            <a:custGeom>
              <a:avLst/>
              <a:gdLst/>
              <a:ahLst/>
              <a:cxnLst/>
              <a:rect l="l" t="t" r="r" b="b"/>
              <a:pathLst>
                <a:path w="2169" h="3404" extrusionOk="0">
                  <a:moveTo>
                    <a:pt x="267" y="1"/>
                  </a:moveTo>
                  <a:cubicBezTo>
                    <a:pt x="267" y="34"/>
                    <a:pt x="234" y="101"/>
                    <a:pt x="234" y="168"/>
                  </a:cubicBezTo>
                  <a:cubicBezTo>
                    <a:pt x="167" y="401"/>
                    <a:pt x="100" y="668"/>
                    <a:pt x="100" y="901"/>
                  </a:cubicBezTo>
                  <a:cubicBezTo>
                    <a:pt x="0" y="1802"/>
                    <a:pt x="834" y="2903"/>
                    <a:pt x="1635" y="3403"/>
                  </a:cubicBezTo>
                  <a:lnTo>
                    <a:pt x="1702" y="3203"/>
                  </a:lnTo>
                  <a:cubicBezTo>
                    <a:pt x="1802" y="2903"/>
                    <a:pt x="1935" y="2636"/>
                    <a:pt x="2102" y="2369"/>
                  </a:cubicBezTo>
                  <a:cubicBezTo>
                    <a:pt x="2135" y="2369"/>
                    <a:pt x="2135" y="2369"/>
                    <a:pt x="2169" y="2336"/>
                  </a:cubicBezTo>
                  <a:lnTo>
                    <a:pt x="1602" y="1769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2"/>
            <p:cNvSpPr/>
            <p:nvPr/>
          </p:nvSpPr>
          <p:spPr>
            <a:xfrm flipH="1">
              <a:off x="6815090" y="1081464"/>
              <a:ext cx="252630" cy="317169"/>
            </a:xfrm>
            <a:custGeom>
              <a:avLst/>
              <a:gdLst/>
              <a:ahLst/>
              <a:cxnLst/>
              <a:rect l="l" t="t" r="r" b="b"/>
              <a:pathLst>
                <a:path w="9140" h="11475" extrusionOk="0">
                  <a:moveTo>
                    <a:pt x="4532" y="1"/>
                  </a:moveTo>
                  <a:cubicBezTo>
                    <a:pt x="3112" y="1"/>
                    <a:pt x="1730" y="747"/>
                    <a:pt x="1001" y="2068"/>
                  </a:cubicBezTo>
                  <a:cubicBezTo>
                    <a:pt x="701" y="2602"/>
                    <a:pt x="534" y="3169"/>
                    <a:pt x="500" y="3769"/>
                  </a:cubicBezTo>
                  <a:cubicBezTo>
                    <a:pt x="267" y="6671"/>
                    <a:pt x="0" y="8372"/>
                    <a:pt x="1234" y="10007"/>
                  </a:cubicBezTo>
                  <a:cubicBezTo>
                    <a:pt x="1990" y="11019"/>
                    <a:pt x="3057" y="11474"/>
                    <a:pt x="4130" y="11474"/>
                  </a:cubicBezTo>
                  <a:cubicBezTo>
                    <a:pt x="5710" y="11474"/>
                    <a:pt x="7303" y="10488"/>
                    <a:pt x="7939" y="8839"/>
                  </a:cubicBezTo>
                  <a:cubicBezTo>
                    <a:pt x="8940" y="6338"/>
                    <a:pt x="9140" y="2001"/>
                    <a:pt x="6471" y="500"/>
                  </a:cubicBezTo>
                  <a:cubicBezTo>
                    <a:pt x="5858" y="162"/>
                    <a:pt x="5191" y="1"/>
                    <a:pt x="4532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2"/>
            <p:cNvSpPr/>
            <p:nvPr/>
          </p:nvSpPr>
          <p:spPr>
            <a:xfrm flipH="1">
              <a:off x="6933086" y="1096169"/>
              <a:ext cx="186266" cy="175238"/>
            </a:xfrm>
            <a:custGeom>
              <a:avLst/>
              <a:gdLst/>
              <a:ahLst/>
              <a:cxnLst/>
              <a:rect l="l" t="t" r="r" b="b"/>
              <a:pathLst>
                <a:path w="6739" h="6340" extrusionOk="0">
                  <a:moveTo>
                    <a:pt x="2348" y="0"/>
                  </a:moveTo>
                  <a:cubicBezTo>
                    <a:pt x="1956" y="0"/>
                    <a:pt x="730" y="876"/>
                    <a:pt x="534" y="1269"/>
                  </a:cubicBezTo>
                  <a:cubicBezTo>
                    <a:pt x="0" y="2403"/>
                    <a:pt x="167" y="3771"/>
                    <a:pt x="934" y="4738"/>
                  </a:cubicBezTo>
                  <a:cubicBezTo>
                    <a:pt x="1234" y="5138"/>
                    <a:pt x="1568" y="5505"/>
                    <a:pt x="1935" y="5806"/>
                  </a:cubicBezTo>
                  <a:lnTo>
                    <a:pt x="3202" y="6339"/>
                  </a:lnTo>
                  <a:cubicBezTo>
                    <a:pt x="3603" y="6172"/>
                    <a:pt x="3703" y="5672"/>
                    <a:pt x="3669" y="5205"/>
                  </a:cubicBezTo>
                  <a:cubicBezTo>
                    <a:pt x="3536" y="3437"/>
                    <a:pt x="6738" y="1302"/>
                    <a:pt x="6738" y="1302"/>
                  </a:cubicBezTo>
                  <a:cubicBezTo>
                    <a:pt x="6738" y="1302"/>
                    <a:pt x="3369" y="168"/>
                    <a:pt x="2368" y="1"/>
                  </a:cubicBezTo>
                  <a:cubicBezTo>
                    <a:pt x="2362" y="1"/>
                    <a:pt x="2355" y="0"/>
                    <a:pt x="2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2"/>
            <p:cNvSpPr/>
            <p:nvPr/>
          </p:nvSpPr>
          <p:spPr>
            <a:xfrm flipH="1">
              <a:off x="7029908" y="1207034"/>
              <a:ext cx="67055" cy="88033"/>
            </a:xfrm>
            <a:custGeom>
              <a:avLst/>
              <a:gdLst/>
              <a:ahLst/>
              <a:cxnLst/>
              <a:rect l="l" t="t" r="r" b="b"/>
              <a:pathLst>
                <a:path w="2426" h="3185" extrusionOk="0">
                  <a:moveTo>
                    <a:pt x="990" y="0"/>
                  </a:moveTo>
                  <a:cubicBezTo>
                    <a:pt x="400" y="0"/>
                    <a:pt x="1" y="587"/>
                    <a:pt x="57" y="1294"/>
                  </a:cubicBezTo>
                  <a:cubicBezTo>
                    <a:pt x="124" y="1928"/>
                    <a:pt x="424" y="2528"/>
                    <a:pt x="891" y="2962"/>
                  </a:cubicBezTo>
                  <a:cubicBezTo>
                    <a:pt x="1064" y="3117"/>
                    <a:pt x="1244" y="3184"/>
                    <a:pt x="1417" y="3184"/>
                  </a:cubicBezTo>
                  <a:cubicBezTo>
                    <a:pt x="1878" y="3184"/>
                    <a:pt x="2286" y="2701"/>
                    <a:pt x="2359" y="2095"/>
                  </a:cubicBezTo>
                  <a:cubicBezTo>
                    <a:pt x="2426" y="1361"/>
                    <a:pt x="2059" y="293"/>
                    <a:pt x="1325" y="60"/>
                  </a:cubicBezTo>
                  <a:cubicBezTo>
                    <a:pt x="1208" y="19"/>
                    <a:pt x="1096" y="0"/>
                    <a:pt x="990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2"/>
            <p:cNvSpPr/>
            <p:nvPr/>
          </p:nvSpPr>
          <p:spPr>
            <a:xfrm flipH="1">
              <a:off x="6916499" y="1223950"/>
              <a:ext cx="18464" cy="23605"/>
            </a:xfrm>
            <a:custGeom>
              <a:avLst/>
              <a:gdLst/>
              <a:ahLst/>
              <a:cxnLst/>
              <a:rect l="l" t="t" r="r" b="b"/>
              <a:pathLst>
                <a:path w="668" h="854" extrusionOk="0">
                  <a:moveTo>
                    <a:pt x="327" y="0"/>
                  </a:moveTo>
                  <a:cubicBezTo>
                    <a:pt x="187" y="0"/>
                    <a:pt x="62" y="155"/>
                    <a:pt x="34" y="382"/>
                  </a:cubicBezTo>
                  <a:cubicBezTo>
                    <a:pt x="0" y="615"/>
                    <a:pt x="101" y="816"/>
                    <a:pt x="234" y="849"/>
                  </a:cubicBezTo>
                  <a:cubicBezTo>
                    <a:pt x="248" y="852"/>
                    <a:pt x="262" y="853"/>
                    <a:pt x="276" y="853"/>
                  </a:cubicBezTo>
                  <a:cubicBezTo>
                    <a:pt x="423" y="853"/>
                    <a:pt x="540" y="696"/>
                    <a:pt x="601" y="482"/>
                  </a:cubicBezTo>
                  <a:cubicBezTo>
                    <a:pt x="668" y="249"/>
                    <a:pt x="568" y="48"/>
                    <a:pt x="401" y="15"/>
                  </a:cubicBezTo>
                  <a:cubicBezTo>
                    <a:pt x="376" y="5"/>
                    <a:pt x="351" y="0"/>
                    <a:pt x="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2"/>
            <p:cNvSpPr/>
            <p:nvPr/>
          </p:nvSpPr>
          <p:spPr>
            <a:xfrm flipH="1">
              <a:off x="6842727" y="1239899"/>
              <a:ext cx="18464" cy="24240"/>
            </a:xfrm>
            <a:custGeom>
              <a:avLst/>
              <a:gdLst/>
              <a:ahLst/>
              <a:cxnLst/>
              <a:rect l="l" t="t" r="r" b="b"/>
              <a:pathLst>
                <a:path w="668" h="877" extrusionOk="0">
                  <a:moveTo>
                    <a:pt x="365" y="1"/>
                  </a:moveTo>
                  <a:cubicBezTo>
                    <a:pt x="239" y="1"/>
                    <a:pt x="94" y="159"/>
                    <a:pt x="33" y="372"/>
                  </a:cubicBezTo>
                  <a:cubicBezTo>
                    <a:pt x="0" y="606"/>
                    <a:pt x="100" y="839"/>
                    <a:pt x="234" y="872"/>
                  </a:cubicBezTo>
                  <a:cubicBezTo>
                    <a:pt x="248" y="875"/>
                    <a:pt x="262" y="877"/>
                    <a:pt x="276" y="877"/>
                  </a:cubicBezTo>
                  <a:cubicBezTo>
                    <a:pt x="428" y="877"/>
                    <a:pt x="570" y="719"/>
                    <a:pt x="600" y="505"/>
                  </a:cubicBezTo>
                  <a:cubicBezTo>
                    <a:pt x="667" y="272"/>
                    <a:pt x="567" y="38"/>
                    <a:pt x="400" y="5"/>
                  </a:cubicBezTo>
                  <a:cubicBezTo>
                    <a:pt x="389" y="2"/>
                    <a:pt x="377" y="1"/>
                    <a:pt x="3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2"/>
            <p:cNvSpPr/>
            <p:nvPr/>
          </p:nvSpPr>
          <p:spPr>
            <a:xfrm flipH="1">
              <a:off x="6870395" y="1250181"/>
              <a:ext cx="27695" cy="56634"/>
            </a:xfrm>
            <a:custGeom>
              <a:avLst/>
              <a:gdLst/>
              <a:ahLst/>
              <a:cxnLst/>
              <a:rect l="l" t="t" r="r" b="b"/>
              <a:pathLst>
                <a:path w="1002" h="2049" extrusionOk="0">
                  <a:moveTo>
                    <a:pt x="501" y="0"/>
                  </a:moveTo>
                  <a:lnTo>
                    <a:pt x="1" y="1868"/>
                  </a:lnTo>
                  <a:cubicBezTo>
                    <a:pt x="181" y="1988"/>
                    <a:pt x="385" y="2048"/>
                    <a:pt x="592" y="2048"/>
                  </a:cubicBezTo>
                  <a:cubicBezTo>
                    <a:pt x="729" y="2048"/>
                    <a:pt x="868" y="2021"/>
                    <a:pt x="1001" y="1968"/>
                  </a:cubicBezTo>
                  <a:cubicBezTo>
                    <a:pt x="735" y="1334"/>
                    <a:pt x="568" y="667"/>
                    <a:pt x="501" y="0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2"/>
            <p:cNvSpPr/>
            <p:nvPr/>
          </p:nvSpPr>
          <p:spPr>
            <a:xfrm flipH="1">
              <a:off x="6906355" y="1306042"/>
              <a:ext cx="44279" cy="35434"/>
            </a:xfrm>
            <a:custGeom>
              <a:avLst/>
              <a:gdLst/>
              <a:ahLst/>
              <a:cxnLst/>
              <a:rect l="l" t="t" r="r" b="b"/>
              <a:pathLst>
                <a:path w="1602" h="1282" extrusionOk="0">
                  <a:moveTo>
                    <a:pt x="96" y="0"/>
                  </a:moveTo>
                  <a:cubicBezTo>
                    <a:pt x="87" y="0"/>
                    <a:pt x="77" y="4"/>
                    <a:pt x="67" y="14"/>
                  </a:cubicBezTo>
                  <a:cubicBezTo>
                    <a:pt x="34" y="14"/>
                    <a:pt x="0" y="47"/>
                    <a:pt x="34" y="81"/>
                  </a:cubicBezTo>
                  <a:cubicBezTo>
                    <a:pt x="267" y="614"/>
                    <a:pt x="701" y="1015"/>
                    <a:pt x="1235" y="1215"/>
                  </a:cubicBezTo>
                  <a:cubicBezTo>
                    <a:pt x="1335" y="1248"/>
                    <a:pt x="1435" y="1281"/>
                    <a:pt x="1501" y="1281"/>
                  </a:cubicBezTo>
                  <a:cubicBezTo>
                    <a:pt x="1568" y="1281"/>
                    <a:pt x="1602" y="1248"/>
                    <a:pt x="1602" y="1215"/>
                  </a:cubicBezTo>
                  <a:cubicBezTo>
                    <a:pt x="1602" y="1181"/>
                    <a:pt x="1568" y="1148"/>
                    <a:pt x="1535" y="1148"/>
                  </a:cubicBezTo>
                  <a:cubicBezTo>
                    <a:pt x="934" y="1015"/>
                    <a:pt x="434" y="614"/>
                    <a:pt x="167" y="47"/>
                  </a:cubicBezTo>
                  <a:cubicBezTo>
                    <a:pt x="144" y="24"/>
                    <a:pt x="120" y="0"/>
                    <a:pt x="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 flipH="1">
              <a:off x="6907267" y="1191418"/>
              <a:ext cx="39691" cy="16363"/>
            </a:xfrm>
            <a:custGeom>
              <a:avLst/>
              <a:gdLst/>
              <a:ahLst/>
              <a:cxnLst/>
              <a:rect l="l" t="t" r="r" b="b"/>
              <a:pathLst>
                <a:path w="1436" h="592" extrusionOk="0">
                  <a:moveTo>
                    <a:pt x="926" y="1"/>
                  </a:moveTo>
                  <a:cubicBezTo>
                    <a:pt x="612" y="1"/>
                    <a:pt x="306" y="120"/>
                    <a:pt x="68" y="358"/>
                  </a:cubicBezTo>
                  <a:cubicBezTo>
                    <a:pt x="1" y="391"/>
                    <a:pt x="1" y="492"/>
                    <a:pt x="68" y="558"/>
                  </a:cubicBezTo>
                  <a:cubicBezTo>
                    <a:pt x="68" y="558"/>
                    <a:pt x="101" y="592"/>
                    <a:pt x="101" y="592"/>
                  </a:cubicBezTo>
                  <a:cubicBezTo>
                    <a:pt x="168" y="592"/>
                    <a:pt x="201" y="592"/>
                    <a:pt x="234" y="558"/>
                  </a:cubicBezTo>
                  <a:cubicBezTo>
                    <a:pt x="447" y="372"/>
                    <a:pt x="722" y="271"/>
                    <a:pt x="1011" y="271"/>
                  </a:cubicBezTo>
                  <a:cubicBezTo>
                    <a:pt x="1085" y="271"/>
                    <a:pt x="1160" y="278"/>
                    <a:pt x="1235" y="291"/>
                  </a:cubicBezTo>
                  <a:cubicBezTo>
                    <a:pt x="1253" y="300"/>
                    <a:pt x="1271" y="304"/>
                    <a:pt x="1288" y="304"/>
                  </a:cubicBezTo>
                  <a:cubicBezTo>
                    <a:pt x="1335" y="304"/>
                    <a:pt x="1377" y="274"/>
                    <a:pt x="1402" y="225"/>
                  </a:cubicBezTo>
                  <a:cubicBezTo>
                    <a:pt x="1435" y="158"/>
                    <a:pt x="1368" y="58"/>
                    <a:pt x="1302" y="58"/>
                  </a:cubicBezTo>
                  <a:cubicBezTo>
                    <a:pt x="1178" y="20"/>
                    <a:pt x="1051" y="1"/>
                    <a:pt x="9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2"/>
            <p:cNvSpPr/>
            <p:nvPr/>
          </p:nvSpPr>
          <p:spPr>
            <a:xfrm flipH="1">
              <a:off x="6819675" y="1202805"/>
              <a:ext cx="32311" cy="28276"/>
            </a:xfrm>
            <a:custGeom>
              <a:avLst/>
              <a:gdLst/>
              <a:ahLst/>
              <a:cxnLst/>
              <a:rect l="l" t="t" r="r" b="b"/>
              <a:pathLst>
                <a:path w="1169" h="1023" extrusionOk="0">
                  <a:moveTo>
                    <a:pt x="132" y="0"/>
                  </a:moveTo>
                  <a:cubicBezTo>
                    <a:pt x="71" y="0"/>
                    <a:pt x="34" y="38"/>
                    <a:pt x="34" y="113"/>
                  </a:cubicBezTo>
                  <a:cubicBezTo>
                    <a:pt x="1" y="113"/>
                    <a:pt x="1" y="146"/>
                    <a:pt x="34" y="180"/>
                  </a:cubicBezTo>
                  <a:cubicBezTo>
                    <a:pt x="34" y="213"/>
                    <a:pt x="67" y="246"/>
                    <a:pt x="101" y="246"/>
                  </a:cubicBezTo>
                  <a:cubicBezTo>
                    <a:pt x="468" y="346"/>
                    <a:pt x="734" y="580"/>
                    <a:pt x="868" y="913"/>
                  </a:cubicBezTo>
                  <a:cubicBezTo>
                    <a:pt x="895" y="968"/>
                    <a:pt x="945" y="1022"/>
                    <a:pt x="1016" y="1022"/>
                  </a:cubicBezTo>
                  <a:cubicBezTo>
                    <a:pt x="1032" y="1022"/>
                    <a:pt x="1050" y="1020"/>
                    <a:pt x="1068" y="1014"/>
                  </a:cubicBezTo>
                  <a:cubicBezTo>
                    <a:pt x="1135" y="980"/>
                    <a:pt x="1168" y="913"/>
                    <a:pt x="1168" y="847"/>
                  </a:cubicBezTo>
                  <a:cubicBezTo>
                    <a:pt x="1001" y="413"/>
                    <a:pt x="634" y="113"/>
                    <a:pt x="201" y="13"/>
                  </a:cubicBezTo>
                  <a:cubicBezTo>
                    <a:pt x="176" y="4"/>
                    <a:pt x="153" y="0"/>
                    <a:pt x="1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2"/>
            <p:cNvSpPr/>
            <p:nvPr/>
          </p:nvSpPr>
          <p:spPr>
            <a:xfrm flipH="1">
              <a:off x="6260960" y="1795085"/>
              <a:ext cx="597466" cy="321785"/>
            </a:xfrm>
            <a:custGeom>
              <a:avLst/>
              <a:gdLst/>
              <a:ahLst/>
              <a:cxnLst/>
              <a:rect l="l" t="t" r="r" b="b"/>
              <a:pathLst>
                <a:path w="21616" h="11642" extrusionOk="0">
                  <a:moveTo>
                    <a:pt x="2168" y="0"/>
                  </a:moveTo>
                  <a:cubicBezTo>
                    <a:pt x="1501" y="0"/>
                    <a:pt x="967" y="501"/>
                    <a:pt x="901" y="1168"/>
                  </a:cubicBezTo>
                  <a:lnTo>
                    <a:pt x="67" y="10441"/>
                  </a:lnTo>
                  <a:cubicBezTo>
                    <a:pt x="0" y="11075"/>
                    <a:pt x="500" y="11608"/>
                    <a:pt x="1134" y="11608"/>
                  </a:cubicBezTo>
                  <a:lnTo>
                    <a:pt x="19447" y="11642"/>
                  </a:lnTo>
                  <a:cubicBezTo>
                    <a:pt x="20081" y="11642"/>
                    <a:pt x="20648" y="11141"/>
                    <a:pt x="20715" y="10474"/>
                  </a:cubicBezTo>
                  <a:lnTo>
                    <a:pt x="21549" y="1234"/>
                  </a:lnTo>
                  <a:cubicBezTo>
                    <a:pt x="21616" y="601"/>
                    <a:pt x="21115" y="34"/>
                    <a:pt x="20481" y="34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2"/>
            <p:cNvSpPr/>
            <p:nvPr/>
          </p:nvSpPr>
          <p:spPr>
            <a:xfrm flipH="1">
              <a:off x="6260960" y="1795085"/>
              <a:ext cx="597466" cy="321785"/>
            </a:xfrm>
            <a:custGeom>
              <a:avLst/>
              <a:gdLst/>
              <a:ahLst/>
              <a:cxnLst/>
              <a:rect l="l" t="t" r="r" b="b"/>
              <a:pathLst>
                <a:path w="21616" h="11642" extrusionOk="0">
                  <a:moveTo>
                    <a:pt x="2168" y="0"/>
                  </a:moveTo>
                  <a:cubicBezTo>
                    <a:pt x="1501" y="0"/>
                    <a:pt x="967" y="501"/>
                    <a:pt x="901" y="1168"/>
                  </a:cubicBezTo>
                  <a:lnTo>
                    <a:pt x="67" y="10441"/>
                  </a:lnTo>
                  <a:cubicBezTo>
                    <a:pt x="0" y="11075"/>
                    <a:pt x="500" y="11608"/>
                    <a:pt x="1134" y="11608"/>
                  </a:cubicBezTo>
                  <a:lnTo>
                    <a:pt x="19447" y="11642"/>
                  </a:lnTo>
                  <a:cubicBezTo>
                    <a:pt x="20081" y="11642"/>
                    <a:pt x="20648" y="11141"/>
                    <a:pt x="20715" y="10474"/>
                  </a:cubicBezTo>
                  <a:lnTo>
                    <a:pt x="21549" y="1234"/>
                  </a:lnTo>
                  <a:cubicBezTo>
                    <a:pt x="21616" y="601"/>
                    <a:pt x="21115" y="34"/>
                    <a:pt x="20481" y="34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2"/>
            <p:cNvSpPr/>
            <p:nvPr/>
          </p:nvSpPr>
          <p:spPr>
            <a:xfrm flipH="1">
              <a:off x="6246200" y="1794145"/>
              <a:ext cx="597494" cy="321813"/>
            </a:xfrm>
            <a:custGeom>
              <a:avLst/>
              <a:gdLst/>
              <a:ahLst/>
              <a:cxnLst/>
              <a:rect l="l" t="t" r="r" b="b"/>
              <a:pathLst>
                <a:path w="21617" h="11643" extrusionOk="0">
                  <a:moveTo>
                    <a:pt x="2202" y="1"/>
                  </a:moveTo>
                  <a:cubicBezTo>
                    <a:pt x="1535" y="1"/>
                    <a:pt x="968" y="501"/>
                    <a:pt x="901" y="1168"/>
                  </a:cubicBezTo>
                  <a:lnTo>
                    <a:pt x="68" y="10408"/>
                  </a:lnTo>
                  <a:cubicBezTo>
                    <a:pt x="1" y="11042"/>
                    <a:pt x="501" y="11609"/>
                    <a:pt x="1135" y="11609"/>
                  </a:cubicBezTo>
                  <a:lnTo>
                    <a:pt x="19448" y="11642"/>
                  </a:lnTo>
                  <a:cubicBezTo>
                    <a:pt x="20082" y="11642"/>
                    <a:pt x="20649" y="11142"/>
                    <a:pt x="20716" y="10475"/>
                  </a:cubicBezTo>
                  <a:lnTo>
                    <a:pt x="21550" y="1202"/>
                  </a:lnTo>
                  <a:cubicBezTo>
                    <a:pt x="21616" y="601"/>
                    <a:pt x="21116" y="34"/>
                    <a:pt x="20482" y="34"/>
                  </a:cubicBezTo>
                  <a:lnTo>
                    <a:pt x="2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2"/>
            <p:cNvSpPr/>
            <p:nvPr/>
          </p:nvSpPr>
          <p:spPr>
            <a:xfrm flipH="1">
              <a:off x="6507118" y="1919301"/>
              <a:ext cx="84827" cy="71698"/>
            </a:xfrm>
            <a:custGeom>
              <a:avLst/>
              <a:gdLst/>
              <a:ahLst/>
              <a:cxnLst/>
              <a:rect l="l" t="t" r="r" b="b"/>
              <a:pathLst>
                <a:path w="3069" h="2594" extrusionOk="0">
                  <a:moveTo>
                    <a:pt x="1677" y="0"/>
                  </a:moveTo>
                  <a:cubicBezTo>
                    <a:pt x="634" y="0"/>
                    <a:pt x="0" y="1252"/>
                    <a:pt x="700" y="2111"/>
                  </a:cubicBezTo>
                  <a:cubicBezTo>
                    <a:pt x="970" y="2442"/>
                    <a:pt x="1335" y="2593"/>
                    <a:pt x="1695" y="2593"/>
                  </a:cubicBezTo>
                  <a:cubicBezTo>
                    <a:pt x="2313" y="2593"/>
                    <a:pt x="2917" y="2148"/>
                    <a:pt x="3001" y="1410"/>
                  </a:cubicBezTo>
                  <a:cubicBezTo>
                    <a:pt x="3068" y="710"/>
                    <a:pt x="2534" y="76"/>
                    <a:pt x="1834" y="9"/>
                  </a:cubicBezTo>
                  <a:cubicBezTo>
                    <a:pt x="1781" y="3"/>
                    <a:pt x="1729" y="0"/>
                    <a:pt x="16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2"/>
            <p:cNvSpPr/>
            <p:nvPr/>
          </p:nvSpPr>
          <p:spPr>
            <a:xfrm flipH="1">
              <a:off x="6298772" y="2114083"/>
              <a:ext cx="553215" cy="29547"/>
            </a:xfrm>
            <a:custGeom>
              <a:avLst/>
              <a:gdLst/>
              <a:ahLst/>
              <a:cxnLst/>
              <a:rect l="l" t="t" r="r" b="b"/>
              <a:pathLst>
                <a:path w="20015" h="1069" extrusionOk="0">
                  <a:moveTo>
                    <a:pt x="401" y="1"/>
                  </a:moveTo>
                  <a:cubicBezTo>
                    <a:pt x="167" y="1"/>
                    <a:pt x="1" y="234"/>
                    <a:pt x="1" y="501"/>
                  </a:cubicBezTo>
                  <a:cubicBezTo>
                    <a:pt x="1" y="768"/>
                    <a:pt x="167" y="1001"/>
                    <a:pt x="401" y="1001"/>
                  </a:cubicBezTo>
                  <a:lnTo>
                    <a:pt x="19281" y="1068"/>
                  </a:lnTo>
                  <a:cubicBezTo>
                    <a:pt x="19681" y="1068"/>
                    <a:pt x="20015" y="635"/>
                    <a:pt x="20015" y="67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2"/>
            <p:cNvSpPr/>
            <p:nvPr/>
          </p:nvSpPr>
          <p:spPr>
            <a:xfrm flipH="1">
              <a:off x="6298772" y="2114083"/>
              <a:ext cx="553215" cy="29547"/>
            </a:xfrm>
            <a:custGeom>
              <a:avLst/>
              <a:gdLst/>
              <a:ahLst/>
              <a:cxnLst/>
              <a:rect l="l" t="t" r="r" b="b"/>
              <a:pathLst>
                <a:path w="20015" h="1069" extrusionOk="0">
                  <a:moveTo>
                    <a:pt x="401" y="1"/>
                  </a:moveTo>
                  <a:cubicBezTo>
                    <a:pt x="167" y="1"/>
                    <a:pt x="1" y="234"/>
                    <a:pt x="1" y="501"/>
                  </a:cubicBezTo>
                  <a:cubicBezTo>
                    <a:pt x="1" y="768"/>
                    <a:pt x="167" y="1001"/>
                    <a:pt x="401" y="1001"/>
                  </a:cubicBezTo>
                  <a:lnTo>
                    <a:pt x="19281" y="1068"/>
                  </a:lnTo>
                  <a:cubicBezTo>
                    <a:pt x="19681" y="1068"/>
                    <a:pt x="20015" y="635"/>
                    <a:pt x="20015" y="67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2"/>
            <p:cNvSpPr/>
            <p:nvPr/>
          </p:nvSpPr>
          <p:spPr>
            <a:xfrm flipH="1">
              <a:off x="6830762" y="2113862"/>
              <a:ext cx="289529" cy="27916"/>
            </a:xfrm>
            <a:custGeom>
              <a:avLst/>
              <a:gdLst/>
              <a:ahLst/>
              <a:cxnLst/>
              <a:rect l="l" t="t" r="r" b="b"/>
              <a:pathLst>
                <a:path w="10475" h="1010" extrusionOk="0">
                  <a:moveTo>
                    <a:pt x="99" y="0"/>
                  </a:moveTo>
                  <a:cubicBezTo>
                    <a:pt x="46" y="0"/>
                    <a:pt x="1" y="60"/>
                    <a:pt x="1" y="142"/>
                  </a:cubicBezTo>
                  <a:cubicBezTo>
                    <a:pt x="1" y="609"/>
                    <a:pt x="401" y="1009"/>
                    <a:pt x="901" y="1009"/>
                  </a:cubicBezTo>
                  <a:lnTo>
                    <a:pt x="9974" y="1009"/>
                  </a:lnTo>
                  <a:cubicBezTo>
                    <a:pt x="10241" y="1009"/>
                    <a:pt x="10475" y="776"/>
                    <a:pt x="10475" y="509"/>
                  </a:cubicBezTo>
                  <a:cubicBezTo>
                    <a:pt x="10475" y="228"/>
                    <a:pt x="10270" y="6"/>
                    <a:pt x="10025" y="6"/>
                  </a:cubicBezTo>
                  <a:cubicBezTo>
                    <a:pt x="10009" y="6"/>
                    <a:pt x="9992" y="7"/>
                    <a:pt x="9974" y="9"/>
                  </a:cubicBezTo>
                  <a:lnTo>
                    <a:pt x="134" y="9"/>
                  </a:lnTo>
                  <a:cubicBezTo>
                    <a:pt x="122" y="3"/>
                    <a:pt x="110" y="0"/>
                    <a:pt x="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2"/>
            <p:cNvSpPr/>
            <p:nvPr/>
          </p:nvSpPr>
          <p:spPr>
            <a:xfrm flipH="1">
              <a:off x="6938612" y="1935222"/>
              <a:ext cx="99615" cy="108708"/>
            </a:xfrm>
            <a:custGeom>
              <a:avLst/>
              <a:gdLst/>
              <a:ahLst/>
              <a:cxnLst/>
              <a:rect l="l" t="t" r="r" b="b"/>
              <a:pathLst>
                <a:path w="3604" h="3933" extrusionOk="0">
                  <a:moveTo>
                    <a:pt x="3603" y="0"/>
                  </a:moveTo>
                  <a:lnTo>
                    <a:pt x="2102" y="467"/>
                  </a:lnTo>
                  <a:cubicBezTo>
                    <a:pt x="1268" y="668"/>
                    <a:pt x="768" y="1468"/>
                    <a:pt x="401" y="2169"/>
                  </a:cubicBezTo>
                  <a:lnTo>
                    <a:pt x="0" y="3003"/>
                  </a:lnTo>
                  <a:cubicBezTo>
                    <a:pt x="99" y="3745"/>
                    <a:pt x="949" y="3933"/>
                    <a:pt x="1782" y="3933"/>
                  </a:cubicBezTo>
                  <a:cubicBezTo>
                    <a:pt x="2634" y="3933"/>
                    <a:pt x="3470" y="3736"/>
                    <a:pt x="3470" y="3736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2"/>
            <p:cNvSpPr/>
            <p:nvPr/>
          </p:nvSpPr>
          <p:spPr>
            <a:xfrm flipH="1">
              <a:off x="6875924" y="1935222"/>
              <a:ext cx="66419" cy="103291"/>
            </a:xfrm>
            <a:custGeom>
              <a:avLst/>
              <a:gdLst/>
              <a:ahLst/>
              <a:cxnLst/>
              <a:rect l="l" t="t" r="r" b="b"/>
              <a:pathLst>
                <a:path w="2403" h="3737" extrusionOk="0">
                  <a:moveTo>
                    <a:pt x="134" y="0"/>
                  </a:moveTo>
                  <a:lnTo>
                    <a:pt x="1" y="3736"/>
                  </a:lnTo>
                  <a:lnTo>
                    <a:pt x="1" y="3736"/>
                  </a:lnTo>
                  <a:lnTo>
                    <a:pt x="1935" y="3136"/>
                  </a:lnTo>
                  <a:lnTo>
                    <a:pt x="2402" y="103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2"/>
            <p:cNvSpPr/>
            <p:nvPr/>
          </p:nvSpPr>
          <p:spPr>
            <a:xfrm flipH="1">
              <a:off x="6788335" y="1006779"/>
              <a:ext cx="334720" cy="188975"/>
            </a:xfrm>
            <a:custGeom>
              <a:avLst/>
              <a:gdLst/>
              <a:ahLst/>
              <a:cxnLst/>
              <a:rect l="l" t="t" r="r" b="b"/>
              <a:pathLst>
                <a:path w="12110" h="6837" extrusionOk="0">
                  <a:moveTo>
                    <a:pt x="6303" y="0"/>
                  </a:moveTo>
                  <a:cubicBezTo>
                    <a:pt x="5917" y="0"/>
                    <a:pt x="5491" y="154"/>
                    <a:pt x="5138" y="533"/>
                  </a:cubicBezTo>
                  <a:cubicBezTo>
                    <a:pt x="4802" y="329"/>
                    <a:pt x="4428" y="227"/>
                    <a:pt x="4058" y="227"/>
                  </a:cubicBezTo>
                  <a:cubicBezTo>
                    <a:pt x="3581" y="227"/>
                    <a:pt x="3111" y="396"/>
                    <a:pt x="2736" y="734"/>
                  </a:cubicBezTo>
                  <a:cubicBezTo>
                    <a:pt x="2536" y="934"/>
                    <a:pt x="2402" y="1234"/>
                    <a:pt x="2469" y="1534"/>
                  </a:cubicBezTo>
                  <a:cubicBezTo>
                    <a:pt x="935" y="1568"/>
                    <a:pt x="1" y="3302"/>
                    <a:pt x="868" y="4603"/>
                  </a:cubicBezTo>
                  <a:cubicBezTo>
                    <a:pt x="1040" y="4882"/>
                    <a:pt x="1377" y="4981"/>
                    <a:pt x="1729" y="4981"/>
                  </a:cubicBezTo>
                  <a:cubicBezTo>
                    <a:pt x="1924" y="4981"/>
                    <a:pt x="2124" y="4951"/>
                    <a:pt x="2302" y="4903"/>
                  </a:cubicBezTo>
                  <a:cubicBezTo>
                    <a:pt x="2602" y="5404"/>
                    <a:pt x="3036" y="5737"/>
                    <a:pt x="3603" y="5871"/>
                  </a:cubicBezTo>
                  <a:cubicBezTo>
                    <a:pt x="4165" y="6054"/>
                    <a:pt x="4802" y="6115"/>
                    <a:pt x="5413" y="6115"/>
                  </a:cubicBezTo>
                  <a:cubicBezTo>
                    <a:pt x="6577" y="6115"/>
                    <a:pt x="7644" y="5892"/>
                    <a:pt x="7906" y="5871"/>
                  </a:cubicBezTo>
                  <a:cubicBezTo>
                    <a:pt x="8003" y="5854"/>
                    <a:pt x="8101" y="5846"/>
                    <a:pt x="8197" y="5846"/>
                  </a:cubicBezTo>
                  <a:cubicBezTo>
                    <a:pt x="8499" y="5846"/>
                    <a:pt x="8796" y="5927"/>
                    <a:pt x="9074" y="6104"/>
                  </a:cubicBezTo>
                  <a:cubicBezTo>
                    <a:pt x="8907" y="6304"/>
                    <a:pt x="8673" y="6438"/>
                    <a:pt x="8407" y="6438"/>
                  </a:cubicBezTo>
                  <a:cubicBezTo>
                    <a:pt x="8310" y="6452"/>
                    <a:pt x="8207" y="6460"/>
                    <a:pt x="8104" y="6460"/>
                  </a:cubicBezTo>
                  <a:cubicBezTo>
                    <a:pt x="7958" y="6460"/>
                    <a:pt x="7810" y="6443"/>
                    <a:pt x="7673" y="6404"/>
                  </a:cubicBezTo>
                  <a:lnTo>
                    <a:pt x="7673" y="6404"/>
                  </a:lnTo>
                  <a:cubicBezTo>
                    <a:pt x="8092" y="6693"/>
                    <a:pt x="8614" y="6837"/>
                    <a:pt x="9143" y="6837"/>
                  </a:cubicBezTo>
                  <a:cubicBezTo>
                    <a:pt x="9287" y="6837"/>
                    <a:pt x="9431" y="6826"/>
                    <a:pt x="9574" y="6805"/>
                  </a:cubicBezTo>
                  <a:cubicBezTo>
                    <a:pt x="9841" y="6671"/>
                    <a:pt x="10141" y="6538"/>
                    <a:pt x="10441" y="6438"/>
                  </a:cubicBezTo>
                  <a:cubicBezTo>
                    <a:pt x="10484" y="6431"/>
                    <a:pt x="10530" y="6428"/>
                    <a:pt x="10578" y="6428"/>
                  </a:cubicBezTo>
                  <a:cubicBezTo>
                    <a:pt x="10706" y="6428"/>
                    <a:pt x="10838" y="6447"/>
                    <a:pt x="10889" y="6447"/>
                  </a:cubicBezTo>
                  <a:cubicBezTo>
                    <a:pt x="10908" y="6447"/>
                    <a:pt x="10915" y="6445"/>
                    <a:pt x="10908" y="6438"/>
                  </a:cubicBezTo>
                  <a:cubicBezTo>
                    <a:pt x="11776" y="6404"/>
                    <a:pt x="12109" y="5404"/>
                    <a:pt x="12009" y="4970"/>
                  </a:cubicBezTo>
                  <a:cubicBezTo>
                    <a:pt x="11876" y="4370"/>
                    <a:pt x="11542" y="3903"/>
                    <a:pt x="11042" y="3569"/>
                  </a:cubicBezTo>
                  <a:cubicBezTo>
                    <a:pt x="11342" y="2735"/>
                    <a:pt x="10942" y="1701"/>
                    <a:pt x="9908" y="1000"/>
                  </a:cubicBezTo>
                  <a:cubicBezTo>
                    <a:pt x="9485" y="751"/>
                    <a:pt x="8996" y="623"/>
                    <a:pt x="8498" y="623"/>
                  </a:cubicBezTo>
                  <a:cubicBezTo>
                    <a:pt x="8131" y="623"/>
                    <a:pt x="7760" y="692"/>
                    <a:pt x="7406" y="834"/>
                  </a:cubicBezTo>
                  <a:cubicBezTo>
                    <a:pt x="7406" y="368"/>
                    <a:pt x="6901" y="0"/>
                    <a:pt x="6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2"/>
            <p:cNvSpPr/>
            <p:nvPr/>
          </p:nvSpPr>
          <p:spPr>
            <a:xfrm flipH="1">
              <a:off x="7640267" y="4455229"/>
              <a:ext cx="351304" cy="89802"/>
            </a:xfrm>
            <a:custGeom>
              <a:avLst/>
              <a:gdLst/>
              <a:ahLst/>
              <a:cxnLst/>
              <a:rect l="l" t="t" r="r" b="b"/>
              <a:pathLst>
                <a:path w="12710" h="3249" extrusionOk="0">
                  <a:moveTo>
                    <a:pt x="5283" y="0"/>
                  </a:moveTo>
                  <a:cubicBezTo>
                    <a:pt x="2326" y="0"/>
                    <a:pt x="63" y="563"/>
                    <a:pt x="34" y="1362"/>
                  </a:cubicBezTo>
                  <a:cubicBezTo>
                    <a:pt x="0" y="2230"/>
                    <a:pt x="2802" y="3064"/>
                    <a:pt x="6271" y="3230"/>
                  </a:cubicBezTo>
                  <a:cubicBezTo>
                    <a:pt x="6600" y="3243"/>
                    <a:pt x="6922" y="3249"/>
                    <a:pt x="7237" y="3249"/>
                  </a:cubicBezTo>
                  <a:cubicBezTo>
                    <a:pt x="10287" y="3249"/>
                    <a:pt x="12646" y="2682"/>
                    <a:pt x="12676" y="1896"/>
                  </a:cubicBezTo>
                  <a:cubicBezTo>
                    <a:pt x="12709" y="995"/>
                    <a:pt x="9907" y="162"/>
                    <a:pt x="6438" y="28"/>
                  </a:cubicBezTo>
                  <a:cubicBezTo>
                    <a:pt x="6044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2"/>
            <p:cNvSpPr/>
            <p:nvPr/>
          </p:nvSpPr>
          <p:spPr>
            <a:xfrm flipH="1">
              <a:off x="7638443" y="4447683"/>
              <a:ext cx="352217" cy="59979"/>
            </a:xfrm>
            <a:custGeom>
              <a:avLst/>
              <a:gdLst/>
              <a:ahLst/>
              <a:cxnLst/>
              <a:rect l="l" t="t" r="r" b="b"/>
              <a:pathLst>
                <a:path w="12743" h="2170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2"/>
            <p:cNvSpPr/>
            <p:nvPr/>
          </p:nvSpPr>
          <p:spPr>
            <a:xfrm flipH="1">
              <a:off x="7637503" y="4410977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83" y="0"/>
                  </a:moveTo>
                  <a:cubicBezTo>
                    <a:pt x="2326" y="0"/>
                    <a:pt x="64" y="563"/>
                    <a:pt x="34" y="1362"/>
                  </a:cubicBezTo>
                  <a:cubicBezTo>
                    <a:pt x="1" y="2230"/>
                    <a:pt x="2803" y="3063"/>
                    <a:pt x="6272" y="3230"/>
                  </a:cubicBezTo>
                  <a:cubicBezTo>
                    <a:pt x="6600" y="3243"/>
                    <a:pt x="6923" y="3249"/>
                    <a:pt x="7238" y="3249"/>
                  </a:cubicBezTo>
                  <a:cubicBezTo>
                    <a:pt x="10287" y="3249"/>
                    <a:pt x="12646" y="2682"/>
                    <a:pt x="12677" y="1896"/>
                  </a:cubicBezTo>
                  <a:cubicBezTo>
                    <a:pt x="12743" y="995"/>
                    <a:pt x="9908" y="161"/>
                    <a:pt x="6439" y="28"/>
                  </a:cubicBezTo>
                  <a:cubicBezTo>
                    <a:pt x="6045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2"/>
            <p:cNvSpPr/>
            <p:nvPr/>
          </p:nvSpPr>
          <p:spPr>
            <a:xfrm flipH="1">
              <a:off x="7660554" y="4423001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4406" y="1"/>
                  </a:moveTo>
                  <a:cubicBezTo>
                    <a:pt x="1901" y="1"/>
                    <a:pt x="30" y="372"/>
                    <a:pt x="1" y="894"/>
                  </a:cubicBezTo>
                  <a:cubicBezTo>
                    <a:pt x="1" y="927"/>
                    <a:pt x="34" y="994"/>
                    <a:pt x="68" y="1061"/>
                  </a:cubicBezTo>
                  <a:cubicBezTo>
                    <a:pt x="416" y="595"/>
                    <a:pt x="2235" y="308"/>
                    <a:pt x="4529" y="308"/>
                  </a:cubicBezTo>
                  <a:cubicBezTo>
                    <a:pt x="4867" y="308"/>
                    <a:pt x="5216" y="314"/>
                    <a:pt x="5571" y="327"/>
                  </a:cubicBezTo>
                  <a:cubicBezTo>
                    <a:pt x="8340" y="460"/>
                    <a:pt x="10642" y="961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7"/>
                  </a:cubicBezTo>
                  <a:cubicBezTo>
                    <a:pt x="5172" y="9"/>
                    <a:pt x="4782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2"/>
            <p:cNvSpPr/>
            <p:nvPr/>
          </p:nvSpPr>
          <p:spPr>
            <a:xfrm flipH="1">
              <a:off x="7677167" y="4387925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316" y="0"/>
                  </a:moveTo>
                  <a:cubicBezTo>
                    <a:pt x="2359" y="0"/>
                    <a:pt x="97" y="563"/>
                    <a:pt x="67" y="1362"/>
                  </a:cubicBezTo>
                  <a:cubicBezTo>
                    <a:pt x="1" y="2230"/>
                    <a:pt x="2803" y="3064"/>
                    <a:pt x="6305" y="3230"/>
                  </a:cubicBezTo>
                  <a:cubicBezTo>
                    <a:pt x="6699" y="3249"/>
                    <a:pt x="7085" y="3258"/>
                    <a:pt x="7460" y="3258"/>
                  </a:cubicBezTo>
                  <a:cubicBezTo>
                    <a:pt x="10417" y="3258"/>
                    <a:pt x="12680" y="2695"/>
                    <a:pt x="12710" y="1896"/>
                  </a:cubicBezTo>
                  <a:cubicBezTo>
                    <a:pt x="12743" y="1029"/>
                    <a:pt x="9941" y="161"/>
                    <a:pt x="6472" y="28"/>
                  </a:cubicBezTo>
                  <a:cubicBezTo>
                    <a:pt x="6078" y="9"/>
                    <a:pt x="5691" y="0"/>
                    <a:pt x="5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2"/>
            <p:cNvSpPr/>
            <p:nvPr/>
          </p:nvSpPr>
          <p:spPr>
            <a:xfrm flipH="1">
              <a:off x="7675315" y="4381319"/>
              <a:ext cx="352217" cy="59011"/>
            </a:xfrm>
            <a:custGeom>
              <a:avLst/>
              <a:gdLst/>
              <a:ahLst/>
              <a:cxnLst/>
              <a:rect l="l" t="t" r="r" b="b"/>
              <a:pathLst>
                <a:path w="12743" h="2135" extrusionOk="0">
                  <a:moveTo>
                    <a:pt x="67" y="0"/>
                  </a:moveTo>
                  <a:lnTo>
                    <a:pt x="0" y="1601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2"/>
            <p:cNvSpPr/>
            <p:nvPr/>
          </p:nvSpPr>
          <p:spPr>
            <a:xfrm flipH="1">
              <a:off x="7674375" y="4343672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83" y="0"/>
                  </a:moveTo>
                  <a:cubicBezTo>
                    <a:pt x="2326" y="0"/>
                    <a:pt x="64" y="563"/>
                    <a:pt x="34" y="1362"/>
                  </a:cubicBezTo>
                  <a:cubicBezTo>
                    <a:pt x="1" y="2229"/>
                    <a:pt x="2803" y="3063"/>
                    <a:pt x="6305" y="3230"/>
                  </a:cubicBezTo>
                  <a:cubicBezTo>
                    <a:pt x="6630" y="3243"/>
                    <a:pt x="6950" y="3249"/>
                    <a:pt x="7263" y="3249"/>
                  </a:cubicBezTo>
                  <a:cubicBezTo>
                    <a:pt x="10287" y="3249"/>
                    <a:pt x="12649" y="2682"/>
                    <a:pt x="12710" y="1896"/>
                  </a:cubicBezTo>
                  <a:cubicBezTo>
                    <a:pt x="12743" y="995"/>
                    <a:pt x="9941" y="161"/>
                    <a:pt x="6439" y="28"/>
                  </a:cubicBezTo>
                  <a:cubicBezTo>
                    <a:pt x="6044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2"/>
            <p:cNvSpPr/>
            <p:nvPr/>
          </p:nvSpPr>
          <p:spPr>
            <a:xfrm flipH="1">
              <a:off x="7697426" y="4355696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6" y="1"/>
                  </a:moveTo>
                  <a:cubicBezTo>
                    <a:pt x="1900" y="1"/>
                    <a:pt x="30" y="372"/>
                    <a:pt x="1" y="894"/>
                  </a:cubicBezTo>
                  <a:cubicBezTo>
                    <a:pt x="1" y="960"/>
                    <a:pt x="34" y="994"/>
                    <a:pt x="67" y="1061"/>
                  </a:cubicBezTo>
                  <a:cubicBezTo>
                    <a:pt x="416" y="595"/>
                    <a:pt x="2235" y="308"/>
                    <a:pt x="4529" y="308"/>
                  </a:cubicBezTo>
                  <a:cubicBezTo>
                    <a:pt x="4867" y="308"/>
                    <a:pt x="5216" y="314"/>
                    <a:pt x="5571" y="327"/>
                  </a:cubicBezTo>
                  <a:cubicBezTo>
                    <a:pt x="8340" y="460"/>
                    <a:pt x="10641" y="960"/>
                    <a:pt x="11008" y="1528"/>
                  </a:cubicBezTo>
                  <a:cubicBezTo>
                    <a:pt x="11042" y="1461"/>
                    <a:pt x="11042" y="1427"/>
                    <a:pt x="11075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2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2"/>
            <p:cNvSpPr/>
            <p:nvPr/>
          </p:nvSpPr>
          <p:spPr>
            <a:xfrm flipH="1">
              <a:off x="7671611" y="4307049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480" y="0"/>
                  </a:moveTo>
                  <a:cubicBezTo>
                    <a:pt x="2451" y="0"/>
                    <a:pt x="64" y="567"/>
                    <a:pt x="34" y="1353"/>
                  </a:cubicBezTo>
                  <a:cubicBezTo>
                    <a:pt x="1" y="2253"/>
                    <a:pt x="2803" y="3087"/>
                    <a:pt x="6305" y="3221"/>
                  </a:cubicBezTo>
                  <a:cubicBezTo>
                    <a:pt x="6696" y="3240"/>
                    <a:pt x="7079" y="3249"/>
                    <a:pt x="7452" y="3249"/>
                  </a:cubicBezTo>
                  <a:cubicBezTo>
                    <a:pt x="10391" y="3249"/>
                    <a:pt x="12680" y="2686"/>
                    <a:pt x="12710" y="1887"/>
                  </a:cubicBezTo>
                  <a:cubicBezTo>
                    <a:pt x="12743" y="1019"/>
                    <a:pt x="9941" y="185"/>
                    <a:pt x="6439" y="19"/>
                  </a:cubicBezTo>
                  <a:cubicBezTo>
                    <a:pt x="6114" y="6"/>
                    <a:pt x="5793" y="0"/>
                    <a:pt x="54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2"/>
            <p:cNvSpPr/>
            <p:nvPr/>
          </p:nvSpPr>
          <p:spPr>
            <a:xfrm flipH="1">
              <a:off x="7670699" y="4300166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2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2"/>
            <p:cNvSpPr/>
            <p:nvPr/>
          </p:nvSpPr>
          <p:spPr>
            <a:xfrm flipH="1">
              <a:off x="7669787" y="4262520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292" y="1"/>
                  </a:moveTo>
                  <a:cubicBezTo>
                    <a:pt x="2352" y="1"/>
                    <a:pt x="63" y="563"/>
                    <a:pt x="34" y="1363"/>
                  </a:cubicBezTo>
                  <a:cubicBezTo>
                    <a:pt x="0" y="2263"/>
                    <a:pt x="2802" y="3097"/>
                    <a:pt x="6305" y="3231"/>
                  </a:cubicBezTo>
                  <a:cubicBezTo>
                    <a:pt x="6695" y="3249"/>
                    <a:pt x="7078" y="3259"/>
                    <a:pt x="7450" y="3259"/>
                  </a:cubicBezTo>
                  <a:cubicBezTo>
                    <a:pt x="10384" y="3259"/>
                    <a:pt x="12650" y="2696"/>
                    <a:pt x="12709" y="1896"/>
                  </a:cubicBezTo>
                  <a:cubicBezTo>
                    <a:pt x="12743" y="1029"/>
                    <a:pt x="9941" y="162"/>
                    <a:pt x="6438" y="28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2"/>
            <p:cNvSpPr/>
            <p:nvPr/>
          </p:nvSpPr>
          <p:spPr>
            <a:xfrm flipH="1">
              <a:off x="7692838" y="4274571"/>
              <a:ext cx="306113" cy="42234"/>
            </a:xfrm>
            <a:custGeom>
              <a:avLst/>
              <a:gdLst/>
              <a:ahLst/>
              <a:cxnLst/>
              <a:rect l="l" t="t" r="r" b="b"/>
              <a:pathLst>
                <a:path w="11075" h="1528" extrusionOk="0">
                  <a:moveTo>
                    <a:pt x="4416" y="0"/>
                  </a:moveTo>
                  <a:cubicBezTo>
                    <a:pt x="1925" y="0"/>
                    <a:pt x="29" y="371"/>
                    <a:pt x="0" y="893"/>
                  </a:cubicBezTo>
                  <a:cubicBezTo>
                    <a:pt x="0" y="960"/>
                    <a:pt x="34" y="1027"/>
                    <a:pt x="67" y="1060"/>
                  </a:cubicBezTo>
                  <a:cubicBezTo>
                    <a:pt x="431" y="612"/>
                    <a:pt x="2115" y="328"/>
                    <a:pt x="4286" y="328"/>
                  </a:cubicBezTo>
                  <a:cubicBezTo>
                    <a:pt x="4698" y="328"/>
                    <a:pt x="5129" y="338"/>
                    <a:pt x="5571" y="360"/>
                  </a:cubicBezTo>
                  <a:cubicBezTo>
                    <a:pt x="8340" y="460"/>
                    <a:pt x="10641" y="960"/>
                    <a:pt x="11008" y="1527"/>
                  </a:cubicBezTo>
                  <a:cubicBezTo>
                    <a:pt x="11042" y="1494"/>
                    <a:pt x="11075" y="1427"/>
                    <a:pt x="11075" y="1360"/>
                  </a:cubicBezTo>
                  <a:cubicBezTo>
                    <a:pt x="11075" y="760"/>
                    <a:pt x="8640" y="159"/>
                    <a:pt x="5571" y="26"/>
                  </a:cubicBezTo>
                  <a:cubicBezTo>
                    <a:pt x="5175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2"/>
            <p:cNvSpPr/>
            <p:nvPr/>
          </p:nvSpPr>
          <p:spPr>
            <a:xfrm flipH="1">
              <a:off x="7708511" y="4239717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80" y="1"/>
                  </a:moveTo>
                  <a:cubicBezTo>
                    <a:pt x="2450" y="1"/>
                    <a:pt x="64" y="568"/>
                    <a:pt x="34" y="1354"/>
                  </a:cubicBezTo>
                  <a:cubicBezTo>
                    <a:pt x="0" y="2254"/>
                    <a:pt x="2802" y="3088"/>
                    <a:pt x="6305" y="3222"/>
                  </a:cubicBezTo>
                  <a:cubicBezTo>
                    <a:pt x="6695" y="3241"/>
                    <a:pt x="7079" y="3250"/>
                    <a:pt x="7451" y="3250"/>
                  </a:cubicBezTo>
                  <a:cubicBezTo>
                    <a:pt x="10391" y="3250"/>
                    <a:pt x="12680" y="2687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2"/>
            <p:cNvSpPr/>
            <p:nvPr/>
          </p:nvSpPr>
          <p:spPr>
            <a:xfrm flipH="1">
              <a:off x="7707571" y="4232862"/>
              <a:ext cx="352244" cy="59039"/>
            </a:xfrm>
            <a:custGeom>
              <a:avLst/>
              <a:gdLst/>
              <a:ahLst/>
              <a:cxnLst/>
              <a:rect l="l" t="t" r="r" b="b"/>
              <a:pathLst>
                <a:path w="12744" h="2136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2"/>
            <p:cNvSpPr/>
            <p:nvPr/>
          </p:nvSpPr>
          <p:spPr>
            <a:xfrm flipH="1">
              <a:off x="7706659" y="4195464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80" y="1"/>
                  </a:moveTo>
                  <a:cubicBezTo>
                    <a:pt x="2450" y="1"/>
                    <a:pt x="64" y="568"/>
                    <a:pt x="33" y="1354"/>
                  </a:cubicBezTo>
                  <a:cubicBezTo>
                    <a:pt x="0" y="2254"/>
                    <a:pt x="2802" y="3088"/>
                    <a:pt x="6305" y="3222"/>
                  </a:cubicBezTo>
                  <a:cubicBezTo>
                    <a:pt x="6695" y="3240"/>
                    <a:pt x="7078" y="3249"/>
                    <a:pt x="7451" y="3249"/>
                  </a:cubicBezTo>
                  <a:cubicBezTo>
                    <a:pt x="10391" y="3249"/>
                    <a:pt x="12680" y="2687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2"/>
            <p:cNvSpPr/>
            <p:nvPr/>
          </p:nvSpPr>
          <p:spPr>
            <a:xfrm flipH="1">
              <a:off x="7728798" y="4207267"/>
              <a:ext cx="307025" cy="42234"/>
            </a:xfrm>
            <a:custGeom>
              <a:avLst/>
              <a:gdLst/>
              <a:ahLst/>
              <a:cxnLst/>
              <a:rect l="l" t="t" r="r" b="b"/>
              <a:pathLst>
                <a:path w="11108" h="1528" extrusionOk="0">
                  <a:moveTo>
                    <a:pt x="4416" y="0"/>
                  </a:moveTo>
                  <a:cubicBezTo>
                    <a:pt x="1926" y="0"/>
                    <a:pt x="33" y="371"/>
                    <a:pt x="33" y="893"/>
                  </a:cubicBezTo>
                  <a:cubicBezTo>
                    <a:pt x="0" y="960"/>
                    <a:pt x="33" y="993"/>
                    <a:pt x="67" y="1060"/>
                  </a:cubicBezTo>
                  <a:cubicBezTo>
                    <a:pt x="431" y="612"/>
                    <a:pt x="2114" y="328"/>
                    <a:pt x="4285" y="328"/>
                  </a:cubicBezTo>
                  <a:cubicBezTo>
                    <a:pt x="4698" y="328"/>
                    <a:pt x="5128" y="338"/>
                    <a:pt x="5571" y="360"/>
                  </a:cubicBezTo>
                  <a:cubicBezTo>
                    <a:pt x="8339" y="460"/>
                    <a:pt x="10641" y="960"/>
                    <a:pt x="11008" y="1527"/>
                  </a:cubicBezTo>
                  <a:cubicBezTo>
                    <a:pt x="11041" y="1460"/>
                    <a:pt x="11075" y="1427"/>
                    <a:pt x="11075" y="1360"/>
                  </a:cubicBezTo>
                  <a:cubicBezTo>
                    <a:pt x="11108" y="760"/>
                    <a:pt x="8640" y="159"/>
                    <a:pt x="5571" y="26"/>
                  </a:cubicBezTo>
                  <a:cubicBezTo>
                    <a:pt x="5175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2"/>
            <p:cNvSpPr/>
            <p:nvPr/>
          </p:nvSpPr>
          <p:spPr>
            <a:xfrm flipH="1">
              <a:off x="7652263" y="418255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2" y="1"/>
                  </a:moveTo>
                  <a:cubicBezTo>
                    <a:pt x="2451" y="1"/>
                    <a:pt x="64" y="571"/>
                    <a:pt x="34" y="1387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30" y="3267"/>
                    <a:pt x="6950" y="3274"/>
                    <a:pt x="7263" y="3274"/>
                  </a:cubicBezTo>
                  <a:cubicBezTo>
                    <a:pt x="10292" y="3274"/>
                    <a:pt x="12679" y="2707"/>
                    <a:pt x="12709" y="1921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4" y="7"/>
                    <a:pt x="5794" y="1"/>
                    <a:pt x="54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2"/>
            <p:cNvSpPr/>
            <p:nvPr/>
          </p:nvSpPr>
          <p:spPr>
            <a:xfrm flipH="1">
              <a:off x="7651351" y="4175701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0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2"/>
            <p:cNvSpPr/>
            <p:nvPr/>
          </p:nvSpPr>
          <p:spPr>
            <a:xfrm flipH="1">
              <a:off x="7650411" y="4138304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0" y="1"/>
                  </a:moveTo>
                  <a:cubicBezTo>
                    <a:pt x="2451" y="1"/>
                    <a:pt x="64" y="567"/>
                    <a:pt x="34" y="1353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0" y="3267"/>
                    <a:pt x="6951" y="3273"/>
                    <a:pt x="7264" y="3273"/>
                  </a:cubicBezTo>
                  <a:cubicBezTo>
                    <a:pt x="10293" y="3273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39" y="19"/>
                  </a:cubicBezTo>
                  <a:cubicBezTo>
                    <a:pt x="6114" y="7"/>
                    <a:pt x="5794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2"/>
            <p:cNvSpPr/>
            <p:nvPr/>
          </p:nvSpPr>
          <p:spPr>
            <a:xfrm flipH="1">
              <a:off x="7672550" y="4151019"/>
              <a:ext cx="307053" cy="41294"/>
            </a:xfrm>
            <a:custGeom>
              <a:avLst/>
              <a:gdLst/>
              <a:ahLst/>
              <a:cxnLst/>
              <a:rect l="l" t="t" r="r" b="b"/>
              <a:pathLst>
                <a:path w="11109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4"/>
                    <a:pt x="68" y="1027"/>
                  </a:cubicBezTo>
                  <a:cubicBezTo>
                    <a:pt x="408" y="602"/>
                    <a:pt x="2145" y="297"/>
                    <a:pt x="4359" y="297"/>
                  </a:cubicBezTo>
                  <a:cubicBezTo>
                    <a:pt x="4750" y="297"/>
                    <a:pt x="5156" y="306"/>
                    <a:pt x="5571" y="326"/>
                  </a:cubicBezTo>
                  <a:cubicBezTo>
                    <a:pt x="8340" y="460"/>
                    <a:pt x="10642" y="960"/>
                    <a:pt x="11009" y="1494"/>
                  </a:cubicBezTo>
                  <a:cubicBezTo>
                    <a:pt x="11042" y="1461"/>
                    <a:pt x="11075" y="1394"/>
                    <a:pt x="11075" y="1360"/>
                  </a:cubicBezTo>
                  <a:cubicBezTo>
                    <a:pt x="11109" y="760"/>
                    <a:pt x="8640" y="160"/>
                    <a:pt x="5571" y="26"/>
                  </a:cubicBezTo>
                  <a:cubicBezTo>
                    <a:pt x="5176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2"/>
            <p:cNvSpPr/>
            <p:nvPr/>
          </p:nvSpPr>
          <p:spPr>
            <a:xfrm flipH="1">
              <a:off x="7689135" y="4115915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5292" y="1"/>
                  </a:moveTo>
                  <a:cubicBezTo>
                    <a:pt x="2353" y="1"/>
                    <a:pt x="64" y="564"/>
                    <a:pt x="34" y="1363"/>
                  </a:cubicBezTo>
                  <a:cubicBezTo>
                    <a:pt x="1" y="2230"/>
                    <a:pt x="2803" y="3064"/>
                    <a:pt x="6305" y="3231"/>
                  </a:cubicBezTo>
                  <a:cubicBezTo>
                    <a:pt x="6630" y="3243"/>
                    <a:pt x="6951" y="3249"/>
                    <a:pt x="7264" y="3249"/>
                  </a:cubicBezTo>
                  <a:cubicBezTo>
                    <a:pt x="10293" y="3249"/>
                    <a:pt x="12680" y="2683"/>
                    <a:pt x="12710" y="1897"/>
                  </a:cubicBezTo>
                  <a:cubicBezTo>
                    <a:pt x="12743" y="996"/>
                    <a:pt x="9941" y="162"/>
                    <a:pt x="6439" y="29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2"/>
            <p:cNvSpPr/>
            <p:nvPr/>
          </p:nvSpPr>
          <p:spPr>
            <a:xfrm flipH="1">
              <a:off x="7688223" y="4108397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0"/>
                  </a:moveTo>
                  <a:lnTo>
                    <a:pt x="0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2"/>
            <p:cNvSpPr/>
            <p:nvPr/>
          </p:nvSpPr>
          <p:spPr>
            <a:xfrm flipH="1">
              <a:off x="7687283" y="4070999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2" y="1"/>
                  </a:moveTo>
                  <a:cubicBezTo>
                    <a:pt x="2452" y="1"/>
                    <a:pt x="64" y="570"/>
                    <a:pt x="34" y="1387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0" y="3267"/>
                    <a:pt x="6950" y="3273"/>
                    <a:pt x="7263" y="3273"/>
                  </a:cubicBezTo>
                  <a:cubicBezTo>
                    <a:pt x="10293" y="3273"/>
                    <a:pt x="12679" y="2706"/>
                    <a:pt x="12710" y="1920"/>
                  </a:cubicBezTo>
                  <a:cubicBezTo>
                    <a:pt x="12743" y="1020"/>
                    <a:pt x="9941" y="186"/>
                    <a:pt x="6439" y="19"/>
                  </a:cubicBezTo>
                  <a:cubicBezTo>
                    <a:pt x="6114" y="7"/>
                    <a:pt x="5795" y="1"/>
                    <a:pt x="5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2"/>
            <p:cNvSpPr/>
            <p:nvPr/>
          </p:nvSpPr>
          <p:spPr>
            <a:xfrm flipH="1">
              <a:off x="7710335" y="4083714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06" y="0"/>
                  </a:moveTo>
                  <a:cubicBezTo>
                    <a:pt x="1900" y="0"/>
                    <a:pt x="30" y="371"/>
                    <a:pt x="1" y="893"/>
                  </a:cubicBezTo>
                  <a:cubicBezTo>
                    <a:pt x="1" y="927"/>
                    <a:pt x="34" y="993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6" y="306"/>
                    <a:pt x="5571" y="326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08" y="1460"/>
                    <a:pt x="11042" y="1394"/>
                    <a:pt x="11042" y="1360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2" y="0"/>
                    <a:pt x="4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2"/>
            <p:cNvSpPr/>
            <p:nvPr/>
          </p:nvSpPr>
          <p:spPr>
            <a:xfrm flipH="1">
              <a:off x="8162117" y="4433338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1" y="1"/>
                  </a:moveTo>
                  <a:cubicBezTo>
                    <a:pt x="2456" y="1"/>
                    <a:pt x="94" y="568"/>
                    <a:pt x="34" y="1354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3" y="3268"/>
                    <a:pt x="6956" y="3274"/>
                    <a:pt x="7271" y="3274"/>
                  </a:cubicBezTo>
                  <a:cubicBezTo>
                    <a:pt x="10320" y="3274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39" y="20"/>
                  </a:cubicBezTo>
                  <a:cubicBezTo>
                    <a:pt x="6114" y="7"/>
                    <a:pt x="5794" y="1"/>
                    <a:pt x="54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2"/>
            <p:cNvSpPr/>
            <p:nvPr/>
          </p:nvSpPr>
          <p:spPr>
            <a:xfrm flipH="1">
              <a:off x="8160293" y="438908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1" y="1"/>
                  </a:moveTo>
                  <a:cubicBezTo>
                    <a:pt x="2456" y="1"/>
                    <a:pt x="94" y="568"/>
                    <a:pt x="34" y="1354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29" y="3267"/>
                    <a:pt x="6949" y="3274"/>
                    <a:pt x="7261" y="3274"/>
                  </a:cubicBezTo>
                  <a:cubicBezTo>
                    <a:pt x="10292" y="3274"/>
                    <a:pt x="12679" y="2704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2"/>
            <p:cNvSpPr/>
            <p:nvPr/>
          </p:nvSpPr>
          <p:spPr>
            <a:xfrm flipH="1">
              <a:off x="8182405" y="4401773"/>
              <a:ext cx="307053" cy="41349"/>
            </a:xfrm>
            <a:custGeom>
              <a:avLst/>
              <a:gdLst/>
              <a:ahLst/>
              <a:cxnLst/>
              <a:rect l="l" t="t" r="r" b="b"/>
              <a:pathLst>
                <a:path w="11109" h="1496" extrusionOk="0">
                  <a:moveTo>
                    <a:pt x="4346" y="0"/>
                  </a:moveTo>
                  <a:cubicBezTo>
                    <a:pt x="1891" y="0"/>
                    <a:pt x="34" y="344"/>
                    <a:pt x="34" y="861"/>
                  </a:cubicBezTo>
                  <a:cubicBezTo>
                    <a:pt x="0" y="928"/>
                    <a:pt x="34" y="995"/>
                    <a:pt x="67" y="1028"/>
                  </a:cubicBezTo>
                  <a:cubicBezTo>
                    <a:pt x="436" y="603"/>
                    <a:pt x="2153" y="298"/>
                    <a:pt x="4361" y="298"/>
                  </a:cubicBezTo>
                  <a:cubicBezTo>
                    <a:pt x="4750" y="298"/>
                    <a:pt x="5155" y="308"/>
                    <a:pt x="5571" y="328"/>
                  </a:cubicBezTo>
                  <a:cubicBezTo>
                    <a:pt x="8340" y="461"/>
                    <a:pt x="10641" y="961"/>
                    <a:pt x="11008" y="1495"/>
                  </a:cubicBezTo>
                  <a:cubicBezTo>
                    <a:pt x="11042" y="1462"/>
                    <a:pt x="11075" y="1395"/>
                    <a:pt x="11075" y="1362"/>
                  </a:cubicBezTo>
                  <a:cubicBezTo>
                    <a:pt x="11108" y="761"/>
                    <a:pt x="8640" y="161"/>
                    <a:pt x="5571" y="27"/>
                  </a:cubicBezTo>
                  <a:cubicBezTo>
                    <a:pt x="5151" y="9"/>
                    <a:pt x="4741" y="0"/>
                    <a:pt x="43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2"/>
            <p:cNvSpPr/>
            <p:nvPr/>
          </p:nvSpPr>
          <p:spPr>
            <a:xfrm flipH="1">
              <a:off x="8013688" y="4409263"/>
              <a:ext cx="353156" cy="118354"/>
            </a:xfrm>
            <a:custGeom>
              <a:avLst/>
              <a:gdLst/>
              <a:ahLst/>
              <a:cxnLst/>
              <a:rect l="l" t="t" r="r" b="b"/>
              <a:pathLst>
                <a:path w="12777" h="4282" extrusionOk="0">
                  <a:moveTo>
                    <a:pt x="2479" y="1"/>
                  </a:moveTo>
                  <a:cubicBezTo>
                    <a:pt x="1197" y="1"/>
                    <a:pt x="339" y="235"/>
                    <a:pt x="234" y="690"/>
                  </a:cubicBezTo>
                  <a:cubicBezTo>
                    <a:pt x="1" y="1524"/>
                    <a:pt x="2603" y="2892"/>
                    <a:pt x="6005" y="3693"/>
                  </a:cubicBezTo>
                  <a:cubicBezTo>
                    <a:pt x="7639" y="4089"/>
                    <a:pt x="9152" y="4282"/>
                    <a:pt x="10315" y="4282"/>
                  </a:cubicBezTo>
                  <a:cubicBezTo>
                    <a:pt x="11597" y="4282"/>
                    <a:pt x="12454" y="4047"/>
                    <a:pt x="12576" y="3592"/>
                  </a:cubicBezTo>
                  <a:cubicBezTo>
                    <a:pt x="12777" y="2759"/>
                    <a:pt x="10175" y="1391"/>
                    <a:pt x="6772" y="590"/>
                  </a:cubicBezTo>
                  <a:cubicBezTo>
                    <a:pt x="5154" y="194"/>
                    <a:pt x="3642" y="1"/>
                    <a:pt x="2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2"/>
            <p:cNvSpPr/>
            <p:nvPr/>
          </p:nvSpPr>
          <p:spPr>
            <a:xfrm flipH="1">
              <a:off x="8009072" y="4384995"/>
              <a:ext cx="351304" cy="124491"/>
            </a:xfrm>
            <a:custGeom>
              <a:avLst/>
              <a:gdLst/>
              <a:ahLst/>
              <a:cxnLst/>
              <a:rect l="l" t="t" r="r" b="b"/>
              <a:pathLst>
                <a:path w="12710" h="4504" extrusionOk="0">
                  <a:moveTo>
                    <a:pt x="367" y="1"/>
                  </a:moveTo>
                  <a:lnTo>
                    <a:pt x="0" y="1568"/>
                  </a:lnTo>
                  <a:lnTo>
                    <a:pt x="12342" y="4504"/>
                  </a:lnTo>
                  <a:lnTo>
                    <a:pt x="12709" y="2936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2"/>
            <p:cNvSpPr/>
            <p:nvPr/>
          </p:nvSpPr>
          <p:spPr>
            <a:xfrm flipH="1">
              <a:off x="8003544" y="4365951"/>
              <a:ext cx="353156" cy="118576"/>
            </a:xfrm>
            <a:custGeom>
              <a:avLst/>
              <a:gdLst/>
              <a:ahLst/>
              <a:cxnLst/>
              <a:rect l="l" t="t" r="r" b="b"/>
              <a:pathLst>
                <a:path w="12777" h="4290" extrusionOk="0">
                  <a:moveTo>
                    <a:pt x="2466" y="0"/>
                  </a:moveTo>
                  <a:cubicBezTo>
                    <a:pt x="1187" y="0"/>
                    <a:pt x="339" y="235"/>
                    <a:pt x="234" y="690"/>
                  </a:cubicBezTo>
                  <a:cubicBezTo>
                    <a:pt x="1" y="1557"/>
                    <a:pt x="2603" y="2891"/>
                    <a:pt x="6005" y="3725"/>
                  </a:cubicBezTo>
                  <a:cubicBezTo>
                    <a:pt x="7620" y="4105"/>
                    <a:pt x="9129" y="4290"/>
                    <a:pt x="10291" y="4290"/>
                  </a:cubicBezTo>
                  <a:cubicBezTo>
                    <a:pt x="11577" y="4290"/>
                    <a:pt x="12438" y="4063"/>
                    <a:pt x="12543" y="3625"/>
                  </a:cubicBezTo>
                  <a:cubicBezTo>
                    <a:pt x="12777" y="2758"/>
                    <a:pt x="10175" y="1423"/>
                    <a:pt x="6772" y="589"/>
                  </a:cubicBezTo>
                  <a:cubicBezTo>
                    <a:pt x="5138" y="193"/>
                    <a:pt x="3625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2"/>
            <p:cNvSpPr/>
            <p:nvPr/>
          </p:nvSpPr>
          <p:spPr>
            <a:xfrm flipH="1">
              <a:off x="8026596" y="4377615"/>
              <a:ext cx="302437" cy="84855"/>
            </a:xfrm>
            <a:custGeom>
              <a:avLst/>
              <a:gdLst/>
              <a:ahLst/>
              <a:cxnLst/>
              <a:rect l="l" t="t" r="r" b="b"/>
              <a:pathLst>
                <a:path w="10942" h="3070" extrusionOk="0">
                  <a:moveTo>
                    <a:pt x="1396" y="1"/>
                  </a:moveTo>
                  <a:cubicBezTo>
                    <a:pt x="597" y="1"/>
                    <a:pt x="92" y="121"/>
                    <a:pt x="34" y="368"/>
                  </a:cubicBezTo>
                  <a:cubicBezTo>
                    <a:pt x="0" y="434"/>
                    <a:pt x="34" y="501"/>
                    <a:pt x="34" y="534"/>
                  </a:cubicBezTo>
                  <a:cubicBezTo>
                    <a:pt x="236" y="383"/>
                    <a:pt x="698" y="307"/>
                    <a:pt x="1341" y="307"/>
                  </a:cubicBezTo>
                  <a:cubicBezTo>
                    <a:pt x="2393" y="307"/>
                    <a:pt x="3928" y="508"/>
                    <a:pt x="5604" y="901"/>
                  </a:cubicBezTo>
                  <a:cubicBezTo>
                    <a:pt x="8273" y="1535"/>
                    <a:pt x="10441" y="2469"/>
                    <a:pt x="10708" y="3070"/>
                  </a:cubicBezTo>
                  <a:cubicBezTo>
                    <a:pt x="10741" y="3036"/>
                    <a:pt x="10775" y="3003"/>
                    <a:pt x="10808" y="2936"/>
                  </a:cubicBezTo>
                  <a:cubicBezTo>
                    <a:pt x="10942" y="2369"/>
                    <a:pt x="8640" y="1302"/>
                    <a:pt x="5671" y="601"/>
                  </a:cubicBezTo>
                  <a:cubicBezTo>
                    <a:pt x="3973" y="205"/>
                    <a:pt x="2435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2"/>
            <p:cNvSpPr/>
            <p:nvPr/>
          </p:nvSpPr>
          <p:spPr>
            <a:xfrm flipH="1">
              <a:off x="7758291" y="3822567"/>
              <a:ext cx="316257" cy="316285"/>
            </a:xfrm>
            <a:custGeom>
              <a:avLst/>
              <a:gdLst/>
              <a:ahLst/>
              <a:cxnLst/>
              <a:rect l="l" t="t" r="r" b="b"/>
              <a:pathLst>
                <a:path w="11442" h="11443" extrusionOk="0">
                  <a:moveTo>
                    <a:pt x="5737" y="1"/>
                  </a:moveTo>
                  <a:cubicBezTo>
                    <a:pt x="2569" y="1"/>
                    <a:pt x="0" y="2569"/>
                    <a:pt x="0" y="5738"/>
                  </a:cubicBezTo>
                  <a:cubicBezTo>
                    <a:pt x="0" y="8874"/>
                    <a:pt x="2569" y="11442"/>
                    <a:pt x="5737" y="11442"/>
                  </a:cubicBezTo>
                  <a:cubicBezTo>
                    <a:pt x="8873" y="11442"/>
                    <a:pt x="11442" y="8874"/>
                    <a:pt x="11442" y="5738"/>
                  </a:cubicBezTo>
                  <a:cubicBezTo>
                    <a:pt x="11442" y="2569"/>
                    <a:pt x="8873" y="1"/>
                    <a:pt x="5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2"/>
            <p:cNvSpPr/>
            <p:nvPr/>
          </p:nvSpPr>
          <p:spPr>
            <a:xfrm flipH="1">
              <a:off x="7739855" y="3822567"/>
              <a:ext cx="315345" cy="316285"/>
            </a:xfrm>
            <a:custGeom>
              <a:avLst/>
              <a:gdLst/>
              <a:ahLst/>
              <a:cxnLst/>
              <a:rect l="l" t="t" r="r" b="b"/>
              <a:pathLst>
                <a:path w="11409" h="11443" extrusionOk="0">
                  <a:moveTo>
                    <a:pt x="5705" y="1"/>
                  </a:moveTo>
                  <a:cubicBezTo>
                    <a:pt x="2569" y="1"/>
                    <a:pt x="1" y="2569"/>
                    <a:pt x="1" y="5738"/>
                  </a:cubicBezTo>
                  <a:cubicBezTo>
                    <a:pt x="1" y="8874"/>
                    <a:pt x="2569" y="11442"/>
                    <a:pt x="5705" y="11442"/>
                  </a:cubicBezTo>
                  <a:cubicBezTo>
                    <a:pt x="8874" y="11442"/>
                    <a:pt x="11409" y="8874"/>
                    <a:pt x="11409" y="5738"/>
                  </a:cubicBezTo>
                  <a:cubicBezTo>
                    <a:pt x="11409" y="2569"/>
                    <a:pt x="8874" y="1"/>
                    <a:pt x="57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2"/>
            <p:cNvSpPr/>
            <p:nvPr/>
          </p:nvSpPr>
          <p:spPr>
            <a:xfrm flipH="1">
              <a:off x="7834825" y="3912841"/>
              <a:ext cx="143839" cy="139444"/>
            </a:xfrm>
            <a:custGeom>
              <a:avLst/>
              <a:gdLst/>
              <a:ahLst/>
              <a:cxnLst/>
              <a:rect l="l" t="t" r="r" b="b"/>
              <a:pathLst>
                <a:path w="5204" h="5045" extrusionOk="0">
                  <a:moveTo>
                    <a:pt x="3420" y="1"/>
                  </a:moveTo>
                  <a:cubicBezTo>
                    <a:pt x="3381" y="1"/>
                    <a:pt x="3342" y="2"/>
                    <a:pt x="3303" y="4"/>
                  </a:cubicBezTo>
                  <a:cubicBezTo>
                    <a:pt x="3278" y="3"/>
                    <a:pt x="3253" y="3"/>
                    <a:pt x="3228" y="3"/>
                  </a:cubicBezTo>
                  <a:cubicBezTo>
                    <a:pt x="2124" y="3"/>
                    <a:pt x="1127" y="728"/>
                    <a:pt x="801" y="1805"/>
                  </a:cubicBezTo>
                  <a:lnTo>
                    <a:pt x="0" y="1805"/>
                  </a:lnTo>
                  <a:lnTo>
                    <a:pt x="0" y="2305"/>
                  </a:lnTo>
                  <a:lnTo>
                    <a:pt x="734" y="2305"/>
                  </a:lnTo>
                  <a:lnTo>
                    <a:pt x="734" y="2539"/>
                  </a:lnTo>
                  <a:lnTo>
                    <a:pt x="734" y="2772"/>
                  </a:lnTo>
                  <a:lnTo>
                    <a:pt x="0" y="2772"/>
                  </a:lnTo>
                  <a:lnTo>
                    <a:pt x="0" y="3239"/>
                  </a:lnTo>
                  <a:lnTo>
                    <a:pt x="801" y="3239"/>
                  </a:lnTo>
                  <a:cubicBezTo>
                    <a:pt x="1121" y="4296"/>
                    <a:pt x="2086" y="5045"/>
                    <a:pt x="3165" y="5045"/>
                  </a:cubicBezTo>
                  <a:cubicBezTo>
                    <a:pt x="3211" y="5045"/>
                    <a:pt x="3257" y="5043"/>
                    <a:pt x="3303" y="5041"/>
                  </a:cubicBezTo>
                  <a:cubicBezTo>
                    <a:pt x="3342" y="5042"/>
                    <a:pt x="3381" y="5043"/>
                    <a:pt x="3420" y="5043"/>
                  </a:cubicBezTo>
                  <a:cubicBezTo>
                    <a:pt x="4077" y="5043"/>
                    <a:pt x="4696" y="4779"/>
                    <a:pt x="5137" y="4307"/>
                  </a:cubicBezTo>
                  <a:lnTo>
                    <a:pt x="5204" y="4240"/>
                  </a:lnTo>
                  <a:lnTo>
                    <a:pt x="4737" y="3806"/>
                  </a:lnTo>
                  <a:lnTo>
                    <a:pt x="4670" y="3873"/>
                  </a:lnTo>
                  <a:cubicBezTo>
                    <a:pt x="4361" y="4214"/>
                    <a:pt x="3908" y="4410"/>
                    <a:pt x="3444" y="4410"/>
                  </a:cubicBezTo>
                  <a:cubicBezTo>
                    <a:pt x="3408" y="4410"/>
                    <a:pt x="3372" y="4409"/>
                    <a:pt x="3336" y="4407"/>
                  </a:cubicBezTo>
                  <a:cubicBezTo>
                    <a:pt x="3310" y="4408"/>
                    <a:pt x="3284" y="4409"/>
                    <a:pt x="3259" y="4409"/>
                  </a:cubicBezTo>
                  <a:cubicBezTo>
                    <a:pt x="2520" y="4409"/>
                    <a:pt x="1826" y="3949"/>
                    <a:pt x="1568" y="3239"/>
                  </a:cubicBezTo>
                  <a:lnTo>
                    <a:pt x="3870" y="3239"/>
                  </a:lnTo>
                  <a:lnTo>
                    <a:pt x="3870" y="2772"/>
                  </a:lnTo>
                  <a:lnTo>
                    <a:pt x="1435" y="2772"/>
                  </a:lnTo>
                  <a:cubicBezTo>
                    <a:pt x="1435" y="2672"/>
                    <a:pt x="1435" y="2606"/>
                    <a:pt x="1435" y="2539"/>
                  </a:cubicBezTo>
                  <a:cubicBezTo>
                    <a:pt x="1435" y="2472"/>
                    <a:pt x="1435" y="2372"/>
                    <a:pt x="1435" y="2305"/>
                  </a:cubicBezTo>
                  <a:lnTo>
                    <a:pt x="3836" y="2305"/>
                  </a:lnTo>
                  <a:lnTo>
                    <a:pt x="3836" y="1805"/>
                  </a:lnTo>
                  <a:lnTo>
                    <a:pt x="1568" y="1805"/>
                  </a:lnTo>
                  <a:cubicBezTo>
                    <a:pt x="1835" y="1104"/>
                    <a:pt x="2569" y="637"/>
                    <a:pt x="3336" y="637"/>
                  </a:cubicBezTo>
                  <a:cubicBezTo>
                    <a:pt x="3836" y="637"/>
                    <a:pt x="4337" y="838"/>
                    <a:pt x="4670" y="1205"/>
                  </a:cubicBezTo>
                  <a:lnTo>
                    <a:pt x="4737" y="1271"/>
                  </a:lnTo>
                  <a:lnTo>
                    <a:pt x="5204" y="804"/>
                  </a:lnTo>
                  <a:lnTo>
                    <a:pt x="5137" y="738"/>
                  </a:lnTo>
                  <a:cubicBezTo>
                    <a:pt x="4696" y="265"/>
                    <a:pt x="4077" y="1"/>
                    <a:pt x="3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2"/>
            <p:cNvSpPr/>
            <p:nvPr/>
          </p:nvSpPr>
          <p:spPr>
            <a:xfrm flipH="1">
              <a:off x="5684710" y="4462886"/>
              <a:ext cx="351304" cy="89526"/>
            </a:xfrm>
            <a:custGeom>
              <a:avLst/>
              <a:gdLst/>
              <a:ahLst/>
              <a:cxnLst/>
              <a:rect l="l" t="t" r="r" b="b"/>
              <a:pathLst>
                <a:path w="12710" h="3239" extrusionOk="0">
                  <a:moveTo>
                    <a:pt x="5481" y="0"/>
                  </a:moveTo>
                  <a:cubicBezTo>
                    <a:pt x="2412" y="0"/>
                    <a:pt x="31" y="599"/>
                    <a:pt x="1" y="1419"/>
                  </a:cubicBezTo>
                  <a:cubicBezTo>
                    <a:pt x="1" y="2286"/>
                    <a:pt x="2803" y="3120"/>
                    <a:pt x="6305" y="3220"/>
                  </a:cubicBezTo>
                  <a:cubicBezTo>
                    <a:pt x="6633" y="3233"/>
                    <a:pt x="6954" y="3239"/>
                    <a:pt x="7268" y="3239"/>
                  </a:cubicBezTo>
                  <a:cubicBezTo>
                    <a:pt x="10313" y="3239"/>
                    <a:pt x="12646" y="2669"/>
                    <a:pt x="12676" y="1853"/>
                  </a:cubicBezTo>
                  <a:cubicBezTo>
                    <a:pt x="12710" y="985"/>
                    <a:pt x="9908" y="151"/>
                    <a:pt x="6405" y="18"/>
                  </a:cubicBezTo>
                  <a:cubicBezTo>
                    <a:pt x="6092" y="6"/>
                    <a:pt x="5783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2"/>
            <p:cNvSpPr/>
            <p:nvPr/>
          </p:nvSpPr>
          <p:spPr>
            <a:xfrm flipH="1">
              <a:off x="5683771" y="4456915"/>
              <a:ext cx="352244" cy="57187"/>
            </a:xfrm>
            <a:custGeom>
              <a:avLst/>
              <a:gdLst/>
              <a:ahLst/>
              <a:cxnLst/>
              <a:rect l="l" t="t" r="r" b="b"/>
              <a:pathLst>
                <a:path w="12744" h="2069" extrusionOk="0">
                  <a:moveTo>
                    <a:pt x="67" y="0"/>
                  </a:moveTo>
                  <a:lnTo>
                    <a:pt x="1" y="1602"/>
                  </a:lnTo>
                  <a:lnTo>
                    <a:pt x="12676" y="2069"/>
                  </a:lnTo>
                  <a:lnTo>
                    <a:pt x="12743" y="467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2"/>
            <p:cNvSpPr/>
            <p:nvPr/>
          </p:nvSpPr>
          <p:spPr>
            <a:xfrm flipH="1">
              <a:off x="5682858" y="4418633"/>
              <a:ext cx="352217" cy="89526"/>
            </a:xfrm>
            <a:custGeom>
              <a:avLst/>
              <a:gdLst/>
              <a:ahLst/>
              <a:cxnLst/>
              <a:rect l="l" t="t" r="r" b="b"/>
              <a:pathLst>
                <a:path w="12743" h="3239" extrusionOk="0">
                  <a:moveTo>
                    <a:pt x="5512" y="0"/>
                  </a:moveTo>
                  <a:cubicBezTo>
                    <a:pt x="2443" y="0"/>
                    <a:pt x="64" y="596"/>
                    <a:pt x="33" y="1385"/>
                  </a:cubicBezTo>
                  <a:cubicBezTo>
                    <a:pt x="0" y="2286"/>
                    <a:pt x="2802" y="3120"/>
                    <a:pt x="6305" y="3220"/>
                  </a:cubicBezTo>
                  <a:cubicBezTo>
                    <a:pt x="6632" y="3233"/>
                    <a:pt x="6954" y="3239"/>
                    <a:pt x="7269" y="3239"/>
                  </a:cubicBezTo>
                  <a:cubicBezTo>
                    <a:pt x="10319" y="3239"/>
                    <a:pt x="12679" y="2669"/>
                    <a:pt x="12709" y="1852"/>
                  </a:cubicBezTo>
                  <a:cubicBezTo>
                    <a:pt x="12742" y="952"/>
                    <a:pt x="9940" y="151"/>
                    <a:pt x="6438" y="18"/>
                  </a:cubicBezTo>
                  <a:cubicBezTo>
                    <a:pt x="6124" y="6"/>
                    <a:pt x="5814" y="0"/>
                    <a:pt x="5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2"/>
            <p:cNvSpPr/>
            <p:nvPr/>
          </p:nvSpPr>
          <p:spPr>
            <a:xfrm flipH="1">
              <a:off x="5704998" y="4430685"/>
              <a:ext cx="306113" cy="41018"/>
            </a:xfrm>
            <a:custGeom>
              <a:avLst/>
              <a:gdLst/>
              <a:ahLst/>
              <a:cxnLst/>
              <a:rect l="l" t="t" r="r" b="b"/>
              <a:pathLst>
                <a:path w="11075" h="1484" extrusionOk="0">
                  <a:moveTo>
                    <a:pt x="4642" y="0"/>
                  </a:moveTo>
                  <a:cubicBezTo>
                    <a:pt x="2019" y="0"/>
                    <a:pt x="30" y="378"/>
                    <a:pt x="0" y="916"/>
                  </a:cubicBezTo>
                  <a:cubicBezTo>
                    <a:pt x="0" y="983"/>
                    <a:pt x="0" y="1050"/>
                    <a:pt x="67" y="1083"/>
                  </a:cubicBezTo>
                  <a:cubicBezTo>
                    <a:pt x="416" y="618"/>
                    <a:pt x="2234" y="330"/>
                    <a:pt x="4529" y="330"/>
                  </a:cubicBezTo>
                  <a:cubicBezTo>
                    <a:pt x="4867" y="330"/>
                    <a:pt x="5215" y="336"/>
                    <a:pt x="5571" y="349"/>
                  </a:cubicBezTo>
                  <a:cubicBezTo>
                    <a:pt x="8306" y="449"/>
                    <a:pt x="10608" y="916"/>
                    <a:pt x="10975" y="1483"/>
                  </a:cubicBezTo>
                  <a:cubicBezTo>
                    <a:pt x="11008" y="1450"/>
                    <a:pt x="11042" y="1383"/>
                    <a:pt x="11042" y="1316"/>
                  </a:cubicBezTo>
                  <a:cubicBezTo>
                    <a:pt x="11075" y="749"/>
                    <a:pt x="8640" y="149"/>
                    <a:pt x="5571" y="15"/>
                  </a:cubicBezTo>
                  <a:cubicBezTo>
                    <a:pt x="5254" y="5"/>
                    <a:pt x="4944" y="0"/>
                    <a:pt x="4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2"/>
            <p:cNvSpPr/>
            <p:nvPr/>
          </p:nvSpPr>
          <p:spPr>
            <a:xfrm flipH="1">
              <a:off x="5642282" y="4399230"/>
              <a:ext cx="352244" cy="89554"/>
            </a:xfrm>
            <a:custGeom>
              <a:avLst/>
              <a:gdLst/>
              <a:ahLst/>
              <a:cxnLst/>
              <a:rect l="l" t="t" r="r" b="b"/>
              <a:pathLst>
                <a:path w="12744" h="3240" extrusionOk="0">
                  <a:moveTo>
                    <a:pt x="5475" y="1"/>
                  </a:moveTo>
                  <a:cubicBezTo>
                    <a:pt x="2425" y="1"/>
                    <a:pt x="64" y="570"/>
                    <a:pt x="34" y="1387"/>
                  </a:cubicBezTo>
                  <a:cubicBezTo>
                    <a:pt x="1" y="2288"/>
                    <a:pt x="2803" y="3088"/>
                    <a:pt x="6305" y="3222"/>
                  </a:cubicBezTo>
                  <a:cubicBezTo>
                    <a:pt x="6620" y="3234"/>
                    <a:pt x="6929" y="3239"/>
                    <a:pt x="7232" y="3239"/>
                  </a:cubicBezTo>
                  <a:cubicBezTo>
                    <a:pt x="10300" y="3239"/>
                    <a:pt x="12679" y="2643"/>
                    <a:pt x="12710" y="1854"/>
                  </a:cubicBezTo>
                  <a:cubicBezTo>
                    <a:pt x="12743" y="953"/>
                    <a:pt x="9941" y="119"/>
                    <a:pt x="6439" y="19"/>
                  </a:cubicBezTo>
                  <a:cubicBezTo>
                    <a:pt x="6111" y="7"/>
                    <a:pt x="5789" y="1"/>
                    <a:pt x="54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2"/>
            <p:cNvSpPr/>
            <p:nvPr/>
          </p:nvSpPr>
          <p:spPr>
            <a:xfrm flipH="1">
              <a:off x="5641370" y="4393287"/>
              <a:ext cx="352217" cy="57187"/>
            </a:xfrm>
            <a:custGeom>
              <a:avLst/>
              <a:gdLst/>
              <a:ahLst/>
              <a:cxnLst/>
              <a:rect l="l" t="t" r="r" b="b"/>
              <a:pathLst>
                <a:path w="12743" h="2069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069"/>
                  </a:lnTo>
                  <a:lnTo>
                    <a:pt x="12743" y="4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2"/>
            <p:cNvSpPr/>
            <p:nvPr/>
          </p:nvSpPr>
          <p:spPr>
            <a:xfrm flipH="1">
              <a:off x="5640458" y="4354977"/>
              <a:ext cx="352217" cy="89554"/>
            </a:xfrm>
            <a:custGeom>
              <a:avLst/>
              <a:gdLst/>
              <a:ahLst/>
              <a:cxnLst/>
              <a:rect l="l" t="t" r="r" b="b"/>
              <a:pathLst>
                <a:path w="12743" h="3240" extrusionOk="0">
                  <a:moveTo>
                    <a:pt x="5442" y="1"/>
                  </a:moveTo>
                  <a:cubicBezTo>
                    <a:pt x="2397" y="1"/>
                    <a:pt x="64" y="570"/>
                    <a:pt x="34" y="1387"/>
                  </a:cubicBezTo>
                  <a:cubicBezTo>
                    <a:pt x="0" y="2254"/>
                    <a:pt x="2802" y="3088"/>
                    <a:pt x="6305" y="3221"/>
                  </a:cubicBezTo>
                  <a:cubicBezTo>
                    <a:pt x="6619" y="3233"/>
                    <a:pt x="6929" y="3239"/>
                    <a:pt x="7231" y="3239"/>
                  </a:cubicBezTo>
                  <a:cubicBezTo>
                    <a:pt x="10300" y="3239"/>
                    <a:pt x="12679" y="2643"/>
                    <a:pt x="12710" y="1854"/>
                  </a:cubicBezTo>
                  <a:cubicBezTo>
                    <a:pt x="12743" y="986"/>
                    <a:pt x="9908" y="119"/>
                    <a:pt x="6405" y="19"/>
                  </a:cubicBezTo>
                  <a:cubicBezTo>
                    <a:pt x="6078" y="7"/>
                    <a:pt x="5756" y="1"/>
                    <a:pt x="5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2"/>
            <p:cNvSpPr/>
            <p:nvPr/>
          </p:nvSpPr>
          <p:spPr>
            <a:xfrm flipH="1">
              <a:off x="5663509" y="4367056"/>
              <a:ext cx="306113" cy="40106"/>
            </a:xfrm>
            <a:custGeom>
              <a:avLst/>
              <a:gdLst/>
              <a:ahLst/>
              <a:cxnLst/>
              <a:rect l="l" t="t" r="r" b="b"/>
              <a:pathLst>
                <a:path w="11075" h="1451" extrusionOk="0">
                  <a:moveTo>
                    <a:pt x="4642" y="0"/>
                  </a:moveTo>
                  <a:cubicBezTo>
                    <a:pt x="2019" y="0"/>
                    <a:pt x="30" y="378"/>
                    <a:pt x="0" y="916"/>
                  </a:cubicBezTo>
                  <a:cubicBezTo>
                    <a:pt x="0" y="983"/>
                    <a:pt x="34" y="1016"/>
                    <a:pt x="67" y="1083"/>
                  </a:cubicBezTo>
                  <a:cubicBezTo>
                    <a:pt x="420" y="613"/>
                    <a:pt x="2273" y="298"/>
                    <a:pt x="4602" y="298"/>
                  </a:cubicBezTo>
                  <a:cubicBezTo>
                    <a:pt x="4917" y="298"/>
                    <a:pt x="5241" y="304"/>
                    <a:pt x="5571" y="316"/>
                  </a:cubicBezTo>
                  <a:cubicBezTo>
                    <a:pt x="8340" y="416"/>
                    <a:pt x="10608" y="916"/>
                    <a:pt x="11008" y="1450"/>
                  </a:cubicBezTo>
                  <a:cubicBezTo>
                    <a:pt x="11042" y="1417"/>
                    <a:pt x="11042" y="1350"/>
                    <a:pt x="11075" y="1317"/>
                  </a:cubicBezTo>
                  <a:cubicBezTo>
                    <a:pt x="11075" y="716"/>
                    <a:pt x="8640" y="116"/>
                    <a:pt x="5571" y="16"/>
                  </a:cubicBezTo>
                  <a:cubicBezTo>
                    <a:pt x="5254" y="5"/>
                    <a:pt x="4944" y="0"/>
                    <a:pt x="4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2"/>
            <p:cNvSpPr/>
            <p:nvPr/>
          </p:nvSpPr>
          <p:spPr>
            <a:xfrm flipH="1">
              <a:off x="5640458" y="4318105"/>
              <a:ext cx="352217" cy="89526"/>
            </a:xfrm>
            <a:custGeom>
              <a:avLst/>
              <a:gdLst/>
              <a:ahLst/>
              <a:cxnLst/>
              <a:rect l="l" t="t" r="r" b="b"/>
              <a:pathLst>
                <a:path w="12743" h="3239" extrusionOk="0">
                  <a:moveTo>
                    <a:pt x="5442" y="0"/>
                  </a:moveTo>
                  <a:cubicBezTo>
                    <a:pt x="2397" y="0"/>
                    <a:pt x="64" y="570"/>
                    <a:pt x="34" y="1386"/>
                  </a:cubicBezTo>
                  <a:cubicBezTo>
                    <a:pt x="0" y="2287"/>
                    <a:pt x="2802" y="3088"/>
                    <a:pt x="6305" y="3221"/>
                  </a:cubicBezTo>
                  <a:cubicBezTo>
                    <a:pt x="6619" y="3233"/>
                    <a:pt x="6929" y="3239"/>
                    <a:pt x="7231" y="3239"/>
                  </a:cubicBezTo>
                  <a:cubicBezTo>
                    <a:pt x="10300" y="3239"/>
                    <a:pt x="12679" y="2643"/>
                    <a:pt x="12710" y="1853"/>
                  </a:cubicBezTo>
                  <a:cubicBezTo>
                    <a:pt x="12743" y="953"/>
                    <a:pt x="9908" y="152"/>
                    <a:pt x="6405" y="19"/>
                  </a:cubicBezTo>
                  <a:cubicBezTo>
                    <a:pt x="6078" y="6"/>
                    <a:pt x="5756" y="0"/>
                    <a:pt x="5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2"/>
            <p:cNvSpPr/>
            <p:nvPr/>
          </p:nvSpPr>
          <p:spPr>
            <a:xfrm flipH="1">
              <a:off x="5640458" y="4312162"/>
              <a:ext cx="351304" cy="57187"/>
            </a:xfrm>
            <a:custGeom>
              <a:avLst/>
              <a:gdLst/>
              <a:ahLst/>
              <a:cxnLst/>
              <a:rect l="l" t="t" r="r" b="b"/>
              <a:pathLst>
                <a:path w="12710" h="2069" extrusionOk="0">
                  <a:moveTo>
                    <a:pt x="34" y="0"/>
                  </a:moveTo>
                  <a:lnTo>
                    <a:pt x="1" y="1601"/>
                  </a:lnTo>
                  <a:lnTo>
                    <a:pt x="12677" y="2068"/>
                  </a:lnTo>
                  <a:lnTo>
                    <a:pt x="12710" y="4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2"/>
            <p:cNvSpPr/>
            <p:nvPr/>
          </p:nvSpPr>
          <p:spPr>
            <a:xfrm flipH="1">
              <a:off x="5639518" y="4272941"/>
              <a:ext cx="352244" cy="89554"/>
            </a:xfrm>
            <a:custGeom>
              <a:avLst/>
              <a:gdLst/>
              <a:ahLst/>
              <a:cxnLst/>
              <a:rect l="l" t="t" r="r" b="b"/>
              <a:pathLst>
                <a:path w="12744" h="3240" extrusionOk="0">
                  <a:moveTo>
                    <a:pt x="5513" y="1"/>
                  </a:moveTo>
                  <a:cubicBezTo>
                    <a:pt x="2444" y="1"/>
                    <a:pt x="65" y="597"/>
                    <a:pt x="34" y="1386"/>
                  </a:cubicBezTo>
                  <a:cubicBezTo>
                    <a:pt x="1" y="2287"/>
                    <a:pt x="2836" y="3121"/>
                    <a:pt x="6339" y="3221"/>
                  </a:cubicBezTo>
                  <a:cubicBezTo>
                    <a:pt x="6666" y="3233"/>
                    <a:pt x="6988" y="3239"/>
                    <a:pt x="7302" y="3239"/>
                  </a:cubicBezTo>
                  <a:cubicBezTo>
                    <a:pt x="10347" y="3239"/>
                    <a:pt x="12680" y="2669"/>
                    <a:pt x="12710" y="1853"/>
                  </a:cubicBezTo>
                  <a:cubicBezTo>
                    <a:pt x="12743" y="986"/>
                    <a:pt x="9941" y="152"/>
                    <a:pt x="6439" y="18"/>
                  </a:cubicBezTo>
                  <a:cubicBezTo>
                    <a:pt x="6124" y="6"/>
                    <a:pt x="5815" y="1"/>
                    <a:pt x="5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2"/>
            <p:cNvSpPr/>
            <p:nvPr/>
          </p:nvSpPr>
          <p:spPr>
            <a:xfrm flipH="1">
              <a:off x="5661658" y="4285932"/>
              <a:ext cx="306113" cy="40078"/>
            </a:xfrm>
            <a:custGeom>
              <a:avLst/>
              <a:gdLst/>
              <a:ahLst/>
              <a:cxnLst/>
              <a:rect l="l" t="t" r="r" b="b"/>
              <a:pathLst>
                <a:path w="11075" h="1450" extrusionOk="0">
                  <a:moveTo>
                    <a:pt x="4641" y="0"/>
                  </a:moveTo>
                  <a:cubicBezTo>
                    <a:pt x="2012" y="0"/>
                    <a:pt x="0" y="378"/>
                    <a:pt x="0" y="916"/>
                  </a:cubicBezTo>
                  <a:cubicBezTo>
                    <a:pt x="0" y="983"/>
                    <a:pt x="33" y="1016"/>
                    <a:pt x="67" y="1083"/>
                  </a:cubicBezTo>
                  <a:cubicBezTo>
                    <a:pt x="419" y="613"/>
                    <a:pt x="2273" y="298"/>
                    <a:pt x="4602" y="298"/>
                  </a:cubicBezTo>
                  <a:cubicBezTo>
                    <a:pt x="4917" y="298"/>
                    <a:pt x="5241" y="304"/>
                    <a:pt x="5571" y="316"/>
                  </a:cubicBezTo>
                  <a:cubicBezTo>
                    <a:pt x="8306" y="416"/>
                    <a:pt x="10608" y="916"/>
                    <a:pt x="10975" y="1450"/>
                  </a:cubicBezTo>
                  <a:cubicBezTo>
                    <a:pt x="11008" y="1416"/>
                    <a:pt x="11041" y="1383"/>
                    <a:pt x="11041" y="1316"/>
                  </a:cubicBezTo>
                  <a:cubicBezTo>
                    <a:pt x="11075" y="716"/>
                    <a:pt x="8640" y="115"/>
                    <a:pt x="5571" y="15"/>
                  </a:cubicBezTo>
                  <a:cubicBezTo>
                    <a:pt x="5254" y="5"/>
                    <a:pt x="4943" y="0"/>
                    <a:pt x="46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2"/>
            <p:cNvSpPr/>
            <p:nvPr/>
          </p:nvSpPr>
          <p:spPr>
            <a:xfrm flipH="1">
              <a:off x="5598970" y="4253758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683" y="1"/>
                  </a:moveTo>
                  <a:cubicBezTo>
                    <a:pt x="2533" y="1"/>
                    <a:pt x="65" y="578"/>
                    <a:pt x="34" y="1413"/>
                  </a:cubicBezTo>
                  <a:cubicBezTo>
                    <a:pt x="1" y="2280"/>
                    <a:pt x="2836" y="3114"/>
                    <a:pt x="6305" y="3247"/>
                  </a:cubicBezTo>
                  <a:cubicBezTo>
                    <a:pt x="6561" y="3255"/>
                    <a:pt x="6813" y="3258"/>
                    <a:pt x="7061" y="3258"/>
                  </a:cubicBezTo>
                  <a:cubicBezTo>
                    <a:pt x="10211" y="3258"/>
                    <a:pt x="12679" y="2681"/>
                    <a:pt x="12710" y="1846"/>
                  </a:cubicBezTo>
                  <a:cubicBezTo>
                    <a:pt x="12743" y="979"/>
                    <a:pt x="9941" y="145"/>
                    <a:pt x="6438" y="12"/>
                  </a:cubicBezTo>
                  <a:cubicBezTo>
                    <a:pt x="6183" y="5"/>
                    <a:pt x="5931" y="1"/>
                    <a:pt x="56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2"/>
            <p:cNvSpPr/>
            <p:nvPr/>
          </p:nvSpPr>
          <p:spPr>
            <a:xfrm flipH="1">
              <a:off x="5598030" y="4247622"/>
              <a:ext cx="352244" cy="57187"/>
            </a:xfrm>
            <a:custGeom>
              <a:avLst/>
              <a:gdLst/>
              <a:ahLst/>
              <a:cxnLst/>
              <a:rect l="l" t="t" r="r" b="b"/>
              <a:pathLst>
                <a:path w="12744" h="2069" extrusionOk="0">
                  <a:moveTo>
                    <a:pt x="68" y="0"/>
                  </a:moveTo>
                  <a:lnTo>
                    <a:pt x="1" y="1601"/>
                  </a:lnTo>
                  <a:lnTo>
                    <a:pt x="12677" y="2068"/>
                  </a:lnTo>
                  <a:lnTo>
                    <a:pt x="12743" y="4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2"/>
            <p:cNvSpPr/>
            <p:nvPr/>
          </p:nvSpPr>
          <p:spPr>
            <a:xfrm flipH="1">
              <a:off x="5597118" y="4209312"/>
              <a:ext cx="352217" cy="89554"/>
            </a:xfrm>
            <a:custGeom>
              <a:avLst/>
              <a:gdLst/>
              <a:ahLst/>
              <a:cxnLst/>
              <a:rect l="l" t="t" r="r" b="b"/>
              <a:pathLst>
                <a:path w="12743" h="3240" extrusionOk="0">
                  <a:moveTo>
                    <a:pt x="5512" y="1"/>
                  </a:moveTo>
                  <a:cubicBezTo>
                    <a:pt x="2444" y="1"/>
                    <a:pt x="64" y="597"/>
                    <a:pt x="34" y="1386"/>
                  </a:cubicBezTo>
                  <a:cubicBezTo>
                    <a:pt x="0" y="2287"/>
                    <a:pt x="2802" y="3121"/>
                    <a:pt x="6305" y="3221"/>
                  </a:cubicBezTo>
                  <a:cubicBezTo>
                    <a:pt x="6632" y="3233"/>
                    <a:pt x="6954" y="3240"/>
                    <a:pt x="7269" y="3240"/>
                  </a:cubicBezTo>
                  <a:cubicBezTo>
                    <a:pt x="10319" y="3240"/>
                    <a:pt x="12679" y="2670"/>
                    <a:pt x="12709" y="1853"/>
                  </a:cubicBezTo>
                  <a:cubicBezTo>
                    <a:pt x="12743" y="986"/>
                    <a:pt x="9907" y="152"/>
                    <a:pt x="6438" y="19"/>
                  </a:cubicBezTo>
                  <a:cubicBezTo>
                    <a:pt x="6124" y="7"/>
                    <a:pt x="5815" y="1"/>
                    <a:pt x="5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2"/>
            <p:cNvSpPr/>
            <p:nvPr/>
          </p:nvSpPr>
          <p:spPr>
            <a:xfrm flipH="1">
              <a:off x="5619230" y="4221999"/>
              <a:ext cx="306141" cy="40410"/>
            </a:xfrm>
            <a:custGeom>
              <a:avLst/>
              <a:gdLst/>
              <a:ahLst/>
              <a:cxnLst/>
              <a:rect l="l" t="t" r="r" b="b"/>
              <a:pathLst>
                <a:path w="11076" h="1462" extrusionOk="0">
                  <a:moveTo>
                    <a:pt x="4405" y="1"/>
                  </a:moveTo>
                  <a:cubicBezTo>
                    <a:pt x="1893" y="1"/>
                    <a:pt x="1" y="372"/>
                    <a:pt x="1" y="894"/>
                  </a:cubicBezTo>
                  <a:cubicBezTo>
                    <a:pt x="1" y="961"/>
                    <a:pt x="1" y="1027"/>
                    <a:pt x="34" y="1061"/>
                  </a:cubicBezTo>
                  <a:cubicBezTo>
                    <a:pt x="412" y="596"/>
                    <a:pt x="2234" y="308"/>
                    <a:pt x="4507" y="308"/>
                  </a:cubicBezTo>
                  <a:cubicBezTo>
                    <a:pt x="4842" y="308"/>
                    <a:pt x="5187" y="314"/>
                    <a:pt x="5538" y="327"/>
                  </a:cubicBezTo>
                  <a:cubicBezTo>
                    <a:pt x="8306" y="427"/>
                    <a:pt x="10575" y="894"/>
                    <a:pt x="10975" y="1461"/>
                  </a:cubicBezTo>
                  <a:cubicBezTo>
                    <a:pt x="11008" y="1428"/>
                    <a:pt x="11042" y="1361"/>
                    <a:pt x="11042" y="1294"/>
                  </a:cubicBezTo>
                  <a:cubicBezTo>
                    <a:pt x="11075" y="694"/>
                    <a:pt x="8640" y="127"/>
                    <a:pt x="5571" y="27"/>
                  </a:cubicBezTo>
                  <a:cubicBezTo>
                    <a:pt x="5171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2"/>
            <p:cNvSpPr/>
            <p:nvPr/>
          </p:nvSpPr>
          <p:spPr>
            <a:xfrm flipH="1">
              <a:off x="6639906" y="4427561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292" y="1"/>
                  </a:moveTo>
                  <a:cubicBezTo>
                    <a:pt x="2353" y="1"/>
                    <a:pt x="67" y="563"/>
                    <a:pt x="67" y="1363"/>
                  </a:cubicBezTo>
                  <a:cubicBezTo>
                    <a:pt x="0" y="2230"/>
                    <a:pt x="2802" y="3064"/>
                    <a:pt x="6305" y="3231"/>
                  </a:cubicBezTo>
                  <a:cubicBezTo>
                    <a:pt x="6633" y="3243"/>
                    <a:pt x="6956" y="3249"/>
                    <a:pt x="7271" y="3249"/>
                  </a:cubicBezTo>
                  <a:cubicBezTo>
                    <a:pt x="10320" y="3249"/>
                    <a:pt x="12679" y="2682"/>
                    <a:pt x="12709" y="1896"/>
                  </a:cubicBezTo>
                  <a:cubicBezTo>
                    <a:pt x="12743" y="996"/>
                    <a:pt x="9941" y="162"/>
                    <a:pt x="6438" y="28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2"/>
            <p:cNvSpPr/>
            <p:nvPr/>
          </p:nvSpPr>
          <p:spPr>
            <a:xfrm flipH="1">
              <a:off x="6638967" y="4420043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67" y="0"/>
                  </a:moveTo>
                  <a:lnTo>
                    <a:pt x="1" y="1601"/>
                  </a:lnTo>
                  <a:lnTo>
                    <a:pt x="12676" y="2168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2"/>
            <p:cNvSpPr/>
            <p:nvPr/>
          </p:nvSpPr>
          <p:spPr>
            <a:xfrm flipH="1">
              <a:off x="6638054" y="4383309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291" y="0"/>
                  </a:moveTo>
                  <a:cubicBezTo>
                    <a:pt x="2352" y="0"/>
                    <a:pt x="63" y="563"/>
                    <a:pt x="33" y="1363"/>
                  </a:cubicBezTo>
                  <a:cubicBezTo>
                    <a:pt x="0" y="2230"/>
                    <a:pt x="2802" y="3064"/>
                    <a:pt x="6305" y="3231"/>
                  </a:cubicBezTo>
                  <a:cubicBezTo>
                    <a:pt x="6630" y="3243"/>
                    <a:pt x="6949" y="3249"/>
                    <a:pt x="7262" y="3249"/>
                  </a:cubicBezTo>
                  <a:cubicBezTo>
                    <a:pt x="10287" y="3249"/>
                    <a:pt x="12649" y="2682"/>
                    <a:pt x="12709" y="1896"/>
                  </a:cubicBezTo>
                  <a:cubicBezTo>
                    <a:pt x="12742" y="996"/>
                    <a:pt x="9940" y="162"/>
                    <a:pt x="6438" y="28"/>
                  </a:cubicBezTo>
                  <a:cubicBezTo>
                    <a:pt x="6048" y="9"/>
                    <a:pt x="5664" y="0"/>
                    <a:pt x="5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2"/>
            <p:cNvSpPr/>
            <p:nvPr/>
          </p:nvSpPr>
          <p:spPr>
            <a:xfrm flipH="1">
              <a:off x="6661106" y="4395360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3"/>
                    <a:pt x="68" y="1027"/>
                  </a:cubicBezTo>
                  <a:cubicBezTo>
                    <a:pt x="436" y="601"/>
                    <a:pt x="2154" y="297"/>
                    <a:pt x="4361" y="297"/>
                  </a:cubicBezTo>
                  <a:cubicBezTo>
                    <a:pt x="4751" y="297"/>
                    <a:pt x="5156" y="306"/>
                    <a:pt x="5572" y="326"/>
                  </a:cubicBezTo>
                  <a:cubicBezTo>
                    <a:pt x="8340" y="459"/>
                    <a:pt x="10642" y="960"/>
                    <a:pt x="11009" y="1494"/>
                  </a:cubicBezTo>
                  <a:cubicBezTo>
                    <a:pt x="11042" y="1460"/>
                    <a:pt x="11042" y="1394"/>
                    <a:pt x="11076" y="1360"/>
                  </a:cubicBezTo>
                  <a:cubicBezTo>
                    <a:pt x="11076" y="760"/>
                    <a:pt x="8640" y="159"/>
                    <a:pt x="5572" y="26"/>
                  </a:cubicBezTo>
                  <a:cubicBezTo>
                    <a:pt x="5176" y="8"/>
                    <a:pt x="4790" y="0"/>
                    <a:pt x="44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2"/>
            <p:cNvSpPr/>
            <p:nvPr/>
          </p:nvSpPr>
          <p:spPr>
            <a:xfrm flipH="1">
              <a:off x="6661106" y="4395360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3"/>
                    <a:pt x="68" y="1027"/>
                  </a:cubicBezTo>
                  <a:cubicBezTo>
                    <a:pt x="436" y="601"/>
                    <a:pt x="2154" y="297"/>
                    <a:pt x="4361" y="297"/>
                  </a:cubicBezTo>
                  <a:cubicBezTo>
                    <a:pt x="4751" y="297"/>
                    <a:pt x="5156" y="306"/>
                    <a:pt x="5572" y="326"/>
                  </a:cubicBezTo>
                  <a:cubicBezTo>
                    <a:pt x="8340" y="459"/>
                    <a:pt x="10642" y="960"/>
                    <a:pt x="11009" y="1494"/>
                  </a:cubicBezTo>
                  <a:cubicBezTo>
                    <a:pt x="11042" y="1460"/>
                    <a:pt x="11042" y="1394"/>
                    <a:pt x="11076" y="1360"/>
                  </a:cubicBezTo>
                  <a:cubicBezTo>
                    <a:pt x="11076" y="760"/>
                    <a:pt x="8640" y="159"/>
                    <a:pt x="5572" y="26"/>
                  </a:cubicBezTo>
                  <a:cubicBezTo>
                    <a:pt x="5176" y="8"/>
                    <a:pt x="4790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2"/>
            <p:cNvSpPr/>
            <p:nvPr/>
          </p:nvSpPr>
          <p:spPr>
            <a:xfrm flipH="1">
              <a:off x="6676779" y="4360257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291" y="0"/>
                  </a:moveTo>
                  <a:cubicBezTo>
                    <a:pt x="2352" y="0"/>
                    <a:pt x="63" y="563"/>
                    <a:pt x="33" y="1363"/>
                  </a:cubicBezTo>
                  <a:cubicBezTo>
                    <a:pt x="0" y="2230"/>
                    <a:pt x="2802" y="3097"/>
                    <a:pt x="6305" y="3231"/>
                  </a:cubicBezTo>
                  <a:cubicBezTo>
                    <a:pt x="6695" y="3249"/>
                    <a:pt x="7078" y="3258"/>
                    <a:pt x="7451" y="3258"/>
                  </a:cubicBezTo>
                  <a:cubicBezTo>
                    <a:pt x="10391" y="3258"/>
                    <a:pt x="12680" y="2696"/>
                    <a:pt x="12709" y="1896"/>
                  </a:cubicBezTo>
                  <a:cubicBezTo>
                    <a:pt x="12742" y="996"/>
                    <a:pt x="9940" y="162"/>
                    <a:pt x="6438" y="28"/>
                  </a:cubicBezTo>
                  <a:cubicBezTo>
                    <a:pt x="6048" y="10"/>
                    <a:pt x="5664" y="0"/>
                    <a:pt x="5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2"/>
            <p:cNvSpPr/>
            <p:nvPr/>
          </p:nvSpPr>
          <p:spPr>
            <a:xfrm flipH="1">
              <a:off x="6675866" y="4353651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0"/>
                  </a:moveTo>
                  <a:lnTo>
                    <a:pt x="0" y="1602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2"/>
            <p:cNvSpPr/>
            <p:nvPr/>
          </p:nvSpPr>
          <p:spPr>
            <a:xfrm flipH="1">
              <a:off x="6674927" y="4316004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92" y="0"/>
                  </a:moveTo>
                  <a:cubicBezTo>
                    <a:pt x="2353" y="0"/>
                    <a:pt x="64" y="563"/>
                    <a:pt x="34" y="1362"/>
                  </a:cubicBezTo>
                  <a:cubicBezTo>
                    <a:pt x="1" y="2230"/>
                    <a:pt x="2803" y="3064"/>
                    <a:pt x="6305" y="3230"/>
                  </a:cubicBezTo>
                  <a:cubicBezTo>
                    <a:pt x="6630" y="3243"/>
                    <a:pt x="6950" y="3249"/>
                    <a:pt x="7264" y="3249"/>
                  </a:cubicBezTo>
                  <a:cubicBezTo>
                    <a:pt x="10293" y="3249"/>
                    <a:pt x="12680" y="2682"/>
                    <a:pt x="12710" y="1896"/>
                  </a:cubicBezTo>
                  <a:cubicBezTo>
                    <a:pt x="12743" y="995"/>
                    <a:pt x="9941" y="162"/>
                    <a:pt x="6439" y="28"/>
                  </a:cubicBezTo>
                  <a:cubicBezTo>
                    <a:pt x="6048" y="9"/>
                    <a:pt x="5665" y="0"/>
                    <a:pt x="5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2"/>
            <p:cNvSpPr/>
            <p:nvPr/>
          </p:nvSpPr>
          <p:spPr>
            <a:xfrm flipH="1">
              <a:off x="6697066" y="4328056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60"/>
                    <a:pt x="34" y="993"/>
                    <a:pt x="67" y="1060"/>
                  </a:cubicBezTo>
                  <a:cubicBezTo>
                    <a:pt x="445" y="595"/>
                    <a:pt x="2242" y="307"/>
                    <a:pt x="4531" y="307"/>
                  </a:cubicBezTo>
                  <a:cubicBezTo>
                    <a:pt x="4868" y="307"/>
                    <a:pt x="5216" y="313"/>
                    <a:pt x="5571" y="326"/>
                  </a:cubicBezTo>
                  <a:cubicBezTo>
                    <a:pt x="8340" y="459"/>
                    <a:pt x="10642" y="960"/>
                    <a:pt x="11009" y="1527"/>
                  </a:cubicBezTo>
                  <a:cubicBezTo>
                    <a:pt x="11042" y="1460"/>
                    <a:pt x="11075" y="1427"/>
                    <a:pt x="11075" y="1360"/>
                  </a:cubicBezTo>
                  <a:cubicBezTo>
                    <a:pt x="11109" y="760"/>
                    <a:pt x="8640" y="159"/>
                    <a:pt x="5571" y="26"/>
                  </a:cubicBezTo>
                  <a:cubicBezTo>
                    <a:pt x="5176" y="8"/>
                    <a:pt x="4789" y="0"/>
                    <a:pt x="44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2"/>
            <p:cNvSpPr/>
            <p:nvPr/>
          </p:nvSpPr>
          <p:spPr>
            <a:xfrm flipH="1">
              <a:off x="6697066" y="4328056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60"/>
                    <a:pt x="34" y="993"/>
                    <a:pt x="67" y="1060"/>
                  </a:cubicBezTo>
                  <a:cubicBezTo>
                    <a:pt x="445" y="595"/>
                    <a:pt x="2242" y="307"/>
                    <a:pt x="4531" y="307"/>
                  </a:cubicBezTo>
                  <a:cubicBezTo>
                    <a:pt x="4868" y="307"/>
                    <a:pt x="5216" y="313"/>
                    <a:pt x="5571" y="326"/>
                  </a:cubicBezTo>
                  <a:cubicBezTo>
                    <a:pt x="8340" y="459"/>
                    <a:pt x="10642" y="960"/>
                    <a:pt x="11009" y="1527"/>
                  </a:cubicBezTo>
                  <a:cubicBezTo>
                    <a:pt x="11042" y="1460"/>
                    <a:pt x="11075" y="1427"/>
                    <a:pt x="11075" y="1360"/>
                  </a:cubicBezTo>
                  <a:cubicBezTo>
                    <a:pt x="11109" y="760"/>
                    <a:pt x="8640" y="159"/>
                    <a:pt x="5571" y="26"/>
                  </a:cubicBezTo>
                  <a:cubicBezTo>
                    <a:pt x="5176" y="8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2"/>
            <p:cNvSpPr/>
            <p:nvPr/>
          </p:nvSpPr>
          <p:spPr>
            <a:xfrm flipH="1">
              <a:off x="6672163" y="4279381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481" y="0"/>
                  </a:moveTo>
                  <a:cubicBezTo>
                    <a:pt x="2457" y="0"/>
                    <a:pt x="95" y="567"/>
                    <a:pt x="34" y="1353"/>
                  </a:cubicBezTo>
                  <a:cubicBezTo>
                    <a:pt x="1" y="2254"/>
                    <a:pt x="2803" y="3088"/>
                    <a:pt x="6305" y="3221"/>
                  </a:cubicBezTo>
                  <a:cubicBezTo>
                    <a:pt x="6696" y="3240"/>
                    <a:pt x="7079" y="3249"/>
                    <a:pt x="7452" y="3249"/>
                  </a:cubicBezTo>
                  <a:cubicBezTo>
                    <a:pt x="10391" y="3249"/>
                    <a:pt x="12680" y="2686"/>
                    <a:pt x="12710" y="1887"/>
                  </a:cubicBezTo>
                  <a:cubicBezTo>
                    <a:pt x="12743" y="1020"/>
                    <a:pt x="9941" y="152"/>
                    <a:pt x="6439" y="19"/>
                  </a:cubicBezTo>
                  <a:cubicBezTo>
                    <a:pt x="6114" y="6"/>
                    <a:pt x="5794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2"/>
            <p:cNvSpPr/>
            <p:nvPr/>
          </p:nvSpPr>
          <p:spPr>
            <a:xfrm flipH="1">
              <a:off x="6671251" y="4272498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3" y="535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2"/>
            <p:cNvSpPr/>
            <p:nvPr/>
          </p:nvSpPr>
          <p:spPr>
            <a:xfrm flipH="1">
              <a:off x="6670338" y="4235101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41" y="0"/>
                  </a:moveTo>
                  <a:cubicBezTo>
                    <a:pt x="2435" y="0"/>
                    <a:pt x="94" y="541"/>
                    <a:pt x="34" y="1354"/>
                  </a:cubicBezTo>
                  <a:cubicBezTo>
                    <a:pt x="1" y="2255"/>
                    <a:pt x="2803" y="3089"/>
                    <a:pt x="6305" y="3222"/>
                  </a:cubicBezTo>
                  <a:cubicBezTo>
                    <a:pt x="6695" y="3241"/>
                    <a:pt x="7079" y="3250"/>
                    <a:pt x="7452" y="3250"/>
                  </a:cubicBezTo>
                  <a:cubicBezTo>
                    <a:pt x="10391" y="3250"/>
                    <a:pt x="12680" y="2687"/>
                    <a:pt x="12710" y="1888"/>
                  </a:cubicBezTo>
                  <a:cubicBezTo>
                    <a:pt x="12743" y="987"/>
                    <a:pt x="9941" y="153"/>
                    <a:pt x="6438" y="20"/>
                  </a:cubicBezTo>
                  <a:cubicBezTo>
                    <a:pt x="6099" y="7"/>
                    <a:pt x="5766" y="0"/>
                    <a:pt x="5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2"/>
            <p:cNvSpPr/>
            <p:nvPr/>
          </p:nvSpPr>
          <p:spPr>
            <a:xfrm flipH="1">
              <a:off x="6692450" y="42469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5" y="1"/>
                  </a:moveTo>
                  <a:cubicBezTo>
                    <a:pt x="1893" y="1"/>
                    <a:pt x="1" y="371"/>
                    <a:pt x="1" y="894"/>
                  </a:cubicBezTo>
                  <a:cubicBezTo>
                    <a:pt x="1" y="960"/>
                    <a:pt x="1" y="994"/>
                    <a:pt x="34" y="1060"/>
                  </a:cubicBezTo>
                  <a:cubicBezTo>
                    <a:pt x="399" y="612"/>
                    <a:pt x="2082" y="328"/>
                    <a:pt x="4253" y="328"/>
                  </a:cubicBezTo>
                  <a:cubicBezTo>
                    <a:pt x="4666" y="328"/>
                    <a:pt x="5096" y="339"/>
                    <a:pt x="5538" y="360"/>
                  </a:cubicBezTo>
                  <a:cubicBezTo>
                    <a:pt x="8307" y="460"/>
                    <a:pt x="10608" y="960"/>
                    <a:pt x="10975" y="1527"/>
                  </a:cubicBezTo>
                  <a:cubicBezTo>
                    <a:pt x="11009" y="1461"/>
                    <a:pt x="11042" y="1427"/>
                    <a:pt x="11042" y="1361"/>
                  </a:cubicBezTo>
                  <a:cubicBezTo>
                    <a:pt x="11075" y="760"/>
                    <a:pt x="8607" y="160"/>
                    <a:pt x="5571" y="26"/>
                  </a:cubicBezTo>
                  <a:cubicBezTo>
                    <a:pt x="5172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2"/>
            <p:cNvSpPr/>
            <p:nvPr/>
          </p:nvSpPr>
          <p:spPr>
            <a:xfrm flipH="1">
              <a:off x="6692450" y="42469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5" y="1"/>
                  </a:moveTo>
                  <a:cubicBezTo>
                    <a:pt x="1893" y="1"/>
                    <a:pt x="1" y="371"/>
                    <a:pt x="1" y="894"/>
                  </a:cubicBezTo>
                  <a:cubicBezTo>
                    <a:pt x="1" y="960"/>
                    <a:pt x="1" y="994"/>
                    <a:pt x="34" y="1060"/>
                  </a:cubicBezTo>
                  <a:cubicBezTo>
                    <a:pt x="399" y="612"/>
                    <a:pt x="2082" y="328"/>
                    <a:pt x="4253" y="328"/>
                  </a:cubicBezTo>
                  <a:cubicBezTo>
                    <a:pt x="4666" y="328"/>
                    <a:pt x="5096" y="339"/>
                    <a:pt x="5538" y="360"/>
                  </a:cubicBezTo>
                  <a:cubicBezTo>
                    <a:pt x="8307" y="460"/>
                    <a:pt x="10608" y="960"/>
                    <a:pt x="10975" y="1527"/>
                  </a:cubicBezTo>
                  <a:cubicBezTo>
                    <a:pt x="11009" y="1461"/>
                    <a:pt x="11042" y="1427"/>
                    <a:pt x="11042" y="1361"/>
                  </a:cubicBezTo>
                  <a:cubicBezTo>
                    <a:pt x="11075" y="760"/>
                    <a:pt x="8607" y="160"/>
                    <a:pt x="5571" y="26"/>
                  </a:cubicBezTo>
                  <a:cubicBezTo>
                    <a:pt x="5172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2"/>
            <p:cNvSpPr/>
            <p:nvPr/>
          </p:nvSpPr>
          <p:spPr>
            <a:xfrm flipH="1">
              <a:off x="6709063" y="4212076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506" y="0"/>
                  </a:moveTo>
                  <a:cubicBezTo>
                    <a:pt x="2457" y="0"/>
                    <a:pt x="97" y="567"/>
                    <a:pt x="67" y="1353"/>
                  </a:cubicBezTo>
                  <a:cubicBezTo>
                    <a:pt x="1" y="2254"/>
                    <a:pt x="2836" y="3088"/>
                    <a:pt x="6305" y="3221"/>
                  </a:cubicBezTo>
                  <a:cubicBezTo>
                    <a:pt x="6699" y="3240"/>
                    <a:pt x="7085" y="3249"/>
                    <a:pt x="7460" y="3249"/>
                  </a:cubicBezTo>
                  <a:cubicBezTo>
                    <a:pt x="10417" y="3249"/>
                    <a:pt x="12680" y="2686"/>
                    <a:pt x="12710" y="1887"/>
                  </a:cubicBezTo>
                  <a:cubicBezTo>
                    <a:pt x="12743" y="1019"/>
                    <a:pt x="9941" y="186"/>
                    <a:pt x="6472" y="19"/>
                  </a:cubicBezTo>
                  <a:cubicBezTo>
                    <a:pt x="6144" y="6"/>
                    <a:pt x="5821" y="0"/>
                    <a:pt x="5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2"/>
            <p:cNvSpPr/>
            <p:nvPr/>
          </p:nvSpPr>
          <p:spPr>
            <a:xfrm flipH="1">
              <a:off x="6708123" y="4205194"/>
              <a:ext cx="352244" cy="59039"/>
            </a:xfrm>
            <a:custGeom>
              <a:avLst/>
              <a:gdLst/>
              <a:ahLst/>
              <a:cxnLst/>
              <a:rect l="l" t="t" r="r" b="b"/>
              <a:pathLst>
                <a:path w="12744" h="2136" extrusionOk="0">
                  <a:moveTo>
                    <a:pt x="68" y="1"/>
                  </a:moveTo>
                  <a:lnTo>
                    <a:pt x="1" y="1602"/>
                  </a:lnTo>
                  <a:lnTo>
                    <a:pt x="12677" y="2136"/>
                  </a:lnTo>
                  <a:lnTo>
                    <a:pt x="12743" y="5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2"/>
            <p:cNvSpPr/>
            <p:nvPr/>
          </p:nvSpPr>
          <p:spPr>
            <a:xfrm flipH="1">
              <a:off x="6707211" y="4167824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505" y="0"/>
                  </a:moveTo>
                  <a:cubicBezTo>
                    <a:pt x="2456" y="0"/>
                    <a:pt x="97" y="567"/>
                    <a:pt x="67" y="1353"/>
                  </a:cubicBezTo>
                  <a:cubicBezTo>
                    <a:pt x="0" y="2254"/>
                    <a:pt x="2836" y="3087"/>
                    <a:pt x="6305" y="3221"/>
                  </a:cubicBezTo>
                  <a:cubicBezTo>
                    <a:pt x="6699" y="3240"/>
                    <a:pt x="7085" y="3249"/>
                    <a:pt x="7460" y="3249"/>
                  </a:cubicBezTo>
                  <a:cubicBezTo>
                    <a:pt x="10417" y="3249"/>
                    <a:pt x="12680" y="2686"/>
                    <a:pt x="12709" y="1887"/>
                  </a:cubicBezTo>
                  <a:cubicBezTo>
                    <a:pt x="12743" y="1019"/>
                    <a:pt x="9941" y="185"/>
                    <a:pt x="6472" y="19"/>
                  </a:cubicBezTo>
                  <a:cubicBezTo>
                    <a:pt x="6143" y="6"/>
                    <a:pt x="5821" y="0"/>
                    <a:pt x="55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2"/>
            <p:cNvSpPr/>
            <p:nvPr/>
          </p:nvSpPr>
          <p:spPr>
            <a:xfrm flipH="1">
              <a:off x="6729322" y="4179848"/>
              <a:ext cx="306141" cy="41985"/>
            </a:xfrm>
            <a:custGeom>
              <a:avLst/>
              <a:gdLst/>
              <a:ahLst/>
              <a:cxnLst/>
              <a:rect l="l" t="t" r="r" b="b"/>
              <a:pathLst>
                <a:path w="11076" h="1519" extrusionOk="0">
                  <a:moveTo>
                    <a:pt x="4581" y="1"/>
                  </a:moveTo>
                  <a:cubicBezTo>
                    <a:pt x="1988" y="1"/>
                    <a:pt x="30" y="350"/>
                    <a:pt x="1" y="885"/>
                  </a:cubicBezTo>
                  <a:cubicBezTo>
                    <a:pt x="1" y="951"/>
                    <a:pt x="1" y="1018"/>
                    <a:pt x="34" y="1051"/>
                  </a:cubicBezTo>
                  <a:cubicBezTo>
                    <a:pt x="398" y="603"/>
                    <a:pt x="2105" y="319"/>
                    <a:pt x="4284" y="319"/>
                  </a:cubicBezTo>
                  <a:cubicBezTo>
                    <a:pt x="4698" y="319"/>
                    <a:pt x="5129" y="330"/>
                    <a:pt x="5571" y="351"/>
                  </a:cubicBezTo>
                  <a:cubicBezTo>
                    <a:pt x="8340" y="484"/>
                    <a:pt x="10608" y="951"/>
                    <a:pt x="10975" y="1518"/>
                  </a:cubicBezTo>
                  <a:cubicBezTo>
                    <a:pt x="11008" y="1485"/>
                    <a:pt x="11042" y="1418"/>
                    <a:pt x="11042" y="1352"/>
                  </a:cubicBezTo>
                  <a:cubicBezTo>
                    <a:pt x="11075" y="751"/>
                    <a:pt x="8607" y="151"/>
                    <a:pt x="5571" y="17"/>
                  </a:cubicBezTo>
                  <a:cubicBezTo>
                    <a:pt x="5233" y="6"/>
                    <a:pt x="4902" y="1"/>
                    <a:pt x="458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2"/>
            <p:cNvSpPr/>
            <p:nvPr/>
          </p:nvSpPr>
          <p:spPr>
            <a:xfrm flipH="1">
              <a:off x="6729322" y="4179848"/>
              <a:ext cx="306141" cy="41985"/>
            </a:xfrm>
            <a:custGeom>
              <a:avLst/>
              <a:gdLst/>
              <a:ahLst/>
              <a:cxnLst/>
              <a:rect l="l" t="t" r="r" b="b"/>
              <a:pathLst>
                <a:path w="11076" h="1519" extrusionOk="0">
                  <a:moveTo>
                    <a:pt x="4581" y="1"/>
                  </a:moveTo>
                  <a:cubicBezTo>
                    <a:pt x="1988" y="1"/>
                    <a:pt x="30" y="350"/>
                    <a:pt x="1" y="885"/>
                  </a:cubicBezTo>
                  <a:cubicBezTo>
                    <a:pt x="1" y="951"/>
                    <a:pt x="1" y="1018"/>
                    <a:pt x="34" y="1051"/>
                  </a:cubicBezTo>
                  <a:cubicBezTo>
                    <a:pt x="398" y="603"/>
                    <a:pt x="2105" y="319"/>
                    <a:pt x="4284" y="319"/>
                  </a:cubicBezTo>
                  <a:cubicBezTo>
                    <a:pt x="4698" y="319"/>
                    <a:pt x="5129" y="330"/>
                    <a:pt x="5571" y="351"/>
                  </a:cubicBezTo>
                  <a:cubicBezTo>
                    <a:pt x="8340" y="484"/>
                    <a:pt x="10608" y="951"/>
                    <a:pt x="10975" y="1518"/>
                  </a:cubicBezTo>
                  <a:cubicBezTo>
                    <a:pt x="11008" y="1485"/>
                    <a:pt x="11042" y="1418"/>
                    <a:pt x="11042" y="1352"/>
                  </a:cubicBezTo>
                  <a:cubicBezTo>
                    <a:pt x="11075" y="751"/>
                    <a:pt x="8607" y="151"/>
                    <a:pt x="5571" y="17"/>
                  </a:cubicBezTo>
                  <a:cubicBezTo>
                    <a:pt x="5233" y="6"/>
                    <a:pt x="4902" y="1"/>
                    <a:pt x="4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2"/>
            <p:cNvSpPr/>
            <p:nvPr/>
          </p:nvSpPr>
          <p:spPr>
            <a:xfrm flipH="1">
              <a:off x="6652814" y="4154916"/>
              <a:ext cx="352217" cy="90466"/>
            </a:xfrm>
            <a:custGeom>
              <a:avLst/>
              <a:gdLst/>
              <a:ahLst/>
              <a:cxnLst/>
              <a:rect l="l" t="t" r="r" b="b"/>
              <a:pathLst>
                <a:path w="12743" h="3273" extrusionOk="0">
                  <a:moveTo>
                    <a:pt x="5481" y="0"/>
                  </a:moveTo>
                  <a:cubicBezTo>
                    <a:pt x="2456" y="0"/>
                    <a:pt x="94" y="567"/>
                    <a:pt x="34" y="1353"/>
                  </a:cubicBezTo>
                  <a:cubicBezTo>
                    <a:pt x="0" y="2254"/>
                    <a:pt x="2802" y="3087"/>
                    <a:pt x="6305" y="3254"/>
                  </a:cubicBezTo>
                  <a:cubicBezTo>
                    <a:pt x="6630" y="3267"/>
                    <a:pt x="6950" y="3273"/>
                    <a:pt x="7263" y="3273"/>
                  </a:cubicBezTo>
                  <a:cubicBezTo>
                    <a:pt x="10293" y="3273"/>
                    <a:pt x="12679" y="2706"/>
                    <a:pt x="12709" y="1920"/>
                  </a:cubicBezTo>
                  <a:cubicBezTo>
                    <a:pt x="12743" y="1019"/>
                    <a:pt x="9941" y="185"/>
                    <a:pt x="6438" y="19"/>
                  </a:cubicBezTo>
                  <a:cubicBezTo>
                    <a:pt x="6113" y="6"/>
                    <a:pt x="5793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2"/>
            <p:cNvSpPr/>
            <p:nvPr/>
          </p:nvSpPr>
          <p:spPr>
            <a:xfrm flipH="1">
              <a:off x="6651875" y="4148033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2"/>
            <p:cNvSpPr/>
            <p:nvPr/>
          </p:nvSpPr>
          <p:spPr>
            <a:xfrm flipH="1">
              <a:off x="6650963" y="411063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0" y="1"/>
                  </a:moveTo>
                  <a:cubicBezTo>
                    <a:pt x="2456" y="1"/>
                    <a:pt x="94" y="568"/>
                    <a:pt x="33" y="1354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29" y="3268"/>
                    <a:pt x="6948" y="3274"/>
                    <a:pt x="7260" y="3274"/>
                  </a:cubicBezTo>
                  <a:cubicBezTo>
                    <a:pt x="10286" y="3274"/>
                    <a:pt x="12649" y="2704"/>
                    <a:pt x="12709" y="1887"/>
                  </a:cubicBezTo>
                  <a:cubicBezTo>
                    <a:pt x="12742" y="1020"/>
                    <a:pt x="9940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2"/>
            <p:cNvSpPr/>
            <p:nvPr/>
          </p:nvSpPr>
          <p:spPr>
            <a:xfrm flipH="1">
              <a:off x="6673102" y="4123350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4" y="1"/>
                  </a:moveTo>
                  <a:cubicBezTo>
                    <a:pt x="1893" y="1"/>
                    <a:pt x="0" y="372"/>
                    <a:pt x="0" y="894"/>
                  </a:cubicBezTo>
                  <a:cubicBezTo>
                    <a:pt x="0" y="927"/>
                    <a:pt x="34" y="994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5" y="307"/>
                    <a:pt x="5571" y="327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1" y="1"/>
                    <a:pt x="440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2"/>
            <p:cNvSpPr/>
            <p:nvPr/>
          </p:nvSpPr>
          <p:spPr>
            <a:xfrm flipH="1">
              <a:off x="6673102" y="4123350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4" y="1"/>
                  </a:moveTo>
                  <a:cubicBezTo>
                    <a:pt x="1893" y="1"/>
                    <a:pt x="0" y="372"/>
                    <a:pt x="0" y="894"/>
                  </a:cubicBezTo>
                  <a:cubicBezTo>
                    <a:pt x="0" y="927"/>
                    <a:pt x="34" y="994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5" y="307"/>
                    <a:pt x="5571" y="327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1" y="1"/>
                    <a:pt x="44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2"/>
            <p:cNvSpPr/>
            <p:nvPr/>
          </p:nvSpPr>
          <p:spPr>
            <a:xfrm flipH="1">
              <a:off x="6689687" y="4088275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316" y="0"/>
                  </a:moveTo>
                  <a:cubicBezTo>
                    <a:pt x="2359" y="0"/>
                    <a:pt x="96" y="563"/>
                    <a:pt x="67" y="1362"/>
                  </a:cubicBezTo>
                  <a:cubicBezTo>
                    <a:pt x="0" y="2229"/>
                    <a:pt x="2835" y="3063"/>
                    <a:pt x="6305" y="3230"/>
                  </a:cubicBezTo>
                  <a:cubicBezTo>
                    <a:pt x="6633" y="3243"/>
                    <a:pt x="6955" y="3249"/>
                    <a:pt x="7271" y="3249"/>
                  </a:cubicBezTo>
                  <a:cubicBezTo>
                    <a:pt x="10320" y="3249"/>
                    <a:pt x="12679" y="2682"/>
                    <a:pt x="12709" y="1896"/>
                  </a:cubicBezTo>
                  <a:cubicBezTo>
                    <a:pt x="12742" y="995"/>
                    <a:pt x="9940" y="161"/>
                    <a:pt x="6471" y="28"/>
                  </a:cubicBezTo>
                  <a:cubicBezTo>
                    <a:pt x="6077" y="9"/>
                    <a:pt x="5691" y="0"/>
                    <a:pt x="5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2"/>
            <p:cNvSpPr/>
            <p:nvPr/>
          </p:nvSpPr>
          <p:spPr>
            <a:xfrm flipH="1">
              <a:off x="6688775" y="4080729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2"/>
            <p:cNvSpPr/>
            <p:nvPr/>
          </p:nvSpPr>
          <p:spPr>
            <a:xfrm flipH="1">
              <a:off x="6687835" y="4043331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508" y="1"/>
                  </a:moveTo>
                  <a:cubicBezTo>
                    <a:pt x="2458" y="1"/>
                    <a:pt x="98" y="571"/>
                    <a:pt x="67" y="1387"/>
                  </a:cubicBezTo>
                  <a:cubicBezTo>
                    <a:pt x="1" y="2254"/>
                    <a:pt x="2836" y="3088"/>
                    <a:pt x="6305" y="3255"/>
                  </a:cubicBezTo>
                  <a:cubicBezTo>
                    <a:pt x="6633" y="3268"/>
                    <a:pt x="6956" y="3274"/>
                    <a:pt x="7271" y="3274"/>
                  </a:cubicBezTo>
                  <a:cubicBezTo>
                    <a:pt x="10320" y="3274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72" y="19"/>
                  </a:cubicBezTo>
                  <a:cubicBezTo>
                    <a:pt x="6145" y="7"/>
                    <a:pt x="5823" y="1"/>
                    <a:pt x="55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2"/>
            <p:cNvSpPr/>
            <p:nvPr/>
          </p:nvSpPr>
          <p:spPr>
            <a:xfrm flipH="1">
              <a:off x="6709974" y="4056046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6" y="1"/>
                  </a:moveTo>
                  <a:cubicBezTo>
                    <a:pt x="1900" y="1"/>
                    <a:pt x="29" y="371"/>
                    <a:pt x="0" y="894"/>
                  </a:cubicBezTo>
                  <a:cubicBezTo>
                    <a:pt x="0" y="927"/>
                    <a:pt x="0" y="994"/>
                    <a:pt x="33" y="1027"/>
                  </a:cubicBezTo>
                  <a:cubicBezTo>
                    <a:pt x="402" y="602"/>
                    <a:pt x="2144" y="297"/>
                    <a:pt x="4358" y="297"/>
                  </a:cubicBezTo>
                  <a:cubicBezTo>
                    <a:pt x="4749" y="297"/>
                    <a:pt x="5155" y="307"/>
                    <a:pt x="5571" y="327"/>
                  </a:cubicBezTo>
                  <a:cubicBezTo>
                    <a:pt x="8339" y="460"/>
                    <a:pt x="10608" y="960"/>
                    <a:pt x="10975" y="1494"/>
                  </a:cubicBezTo>
                  <a:cubicBezTo>
                    <a:pt x="11008" y="1461"/>
                    <a:pt x="11041" y="1394"/>
                    <a:pt x="11041" y="1361"/>
                  </a:cubicBezTo>
                  <a:cubicBezTo>
                    <a:pt x="11075" y="760"/>
                    <a:pt x="8606" y="160"/>
                    <a:pt x="5571" y="26"/>
                  </a:cubicBezTo>
                  <a:cubicBezTo>
                    <a:pt x="5171" y="9"/>
                    <a:pt x="4781" y="1"/>
                    <a:pt x="440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2"/>
            <p:cNvSpPr/>
            <p:nvPr/>
          </p:nvSpPr>
          <p:spPr>
            <a:xfrm flipH="1">
              <a:off x="6709974" y="4056046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6" y="1"/>
                  </a:moveTo>
                  <a:cubicBezTo>
                    <a:pt x="1900" y="1"/>
                    <a:pt x="29" y="371"/>
                    <a:pt x="0" y="894"/>
                  </a:cubicBezTo>
                  <a:cubicBezTo>
                    <a:pt x="0" y="927"/>
                    <a:pt x="0" y="994"/>
                    <a:pt x="33" y="1027"/>
                  </a:cubicBezTo>
                  <a:cubicBezTo>
                    <a:pt x="402" y="602"/>
                    <a:pt x="2144" y="297"/>
                    <a:pt x="4358" y="297"/>
                  </a:cubicBezTo>
                  <a:cubicBezTo>
                    <a:pt x="4749" y="297"/>
                    <a:pt x="5155" y="307"/>
                    <a:pt x="5571" y="327"/>
                  </a:cubicBezTo>
                  <a:cubicBezTo>
                    <a:pt x="8339" y="460"/>
                    <a:pt x="10608" y="960"/>
                    <a:pt x="10975" y="1494"/>
                  </a:cubicBezTo>
                  <a:cubicBezTo>
                    <a:pt x="11008" y="1461"/>
                    <a:pt x="11041" y="1394"/>
                    <a:pt x="11041" y="1361"/>
                  </a:cubicBezTo>
                  <a:cubicBezTo>
                    <a:pt x="11075" y="760"/>
                    <a:pt x="8606" y="160"/>
                    <a:pt x="5571" y="26"/>
                  </a:cubicBezTo>
                  <a:cubicBezTo>
                    <a:pt x="5171" y="9"/>
                    <a:pt x="4781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2"/>
            <p:cNvSpPr/>
            <p:nvPr/>
          </p:nvSpPr>
          <p:spPr>
            <a:xfrm flipH="1">
              <a:off x="6652814" y="4040319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7451" y="1"/>
                  </a:moveTo>
                  <a:cubicBezTo>
                    <a:pt x="7079" y="1"/>
                    <a:pt x="6695" y="10"/>
                    <a:pt x="6305" y="28"/>
                  </a:cubicBezTo>
                  <a:cubicBezTo>
                    <a:pt x="2802" y="162"/>
                    <a:pt x="0" y="1029"/>
                    <a:pt x="34" y="1896"/>
                  </a:cubicBezTo>
                  <a:cubicBezTo>
                    <a:pt x="94" y="2682"/>
                    <a:pt x="2456" y="3249"/>
                    <a:pt x="5506" y="3249"/>
                  </a:cubicBezTo>
                  <a:cubicBezTo>
                    <a:pt x="5821" y="3249"/>
                    <a:pt x="6143" y="3243"/>
                    <a:pt x="6472" y="3231"/>
                  </a:cubicBezTo>
                  <a:cubicBezTo>
                    <a:pt x="9941" y="3097"/>
                    <a:pt x="12743" y="2230"/>
                    <a:pt x="12709" y="1363"/>
                  </a:cubicBezTo>
                  <a:cubicBezTo>
                    <a:pt x="12680" y="563"/>
                    <a:pt x="10391" y="1"/>
                    <a:pt x="74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2"/>
            <p:cNvSpPr/>
            <p:nvPr/>
          </p:nvSpPr>
          <p:spPr>
            <a:xfrm flipH="1">
              <a:off x="6654639" y="3996066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61" y="0"/>
                  </a:moveTo>
                  <a:cubicBezTo>
                    <a:pt x="7086" y="0"/>
                    <a:pt x="6699" y="9"/>
                    <a:pt x="6305" y="28"/>
                  </a:cubicBezTo>
                  <a:cubicBezTo>
                    <a:pt x="2803" y="162"/>
                    <a:pt x="1" y="996"/>
                    <a:pt x="34" y="1896"/>
                  </a:cubicBezTo>
                  <a:cubicBezTo>
                    <a:pt x="94" y="2709"/>
                    <a:pt x="2435" y="3250"/>
                    <a:pt x="5465" y="3250"/>
                  </a:cubicBezTo>
                  <a:cubicBezTo>
                    <a:pt x="5793" y="3250"/>
                    <a:pt x="6130" y="3244"/>
                    <a:pt x="6472" y="3230"/>
                  </a:cubicBezTo>
                  <a:cubicBezTo>
                    <a:pt x="9941" y="3064"/>
                    <a:pt x="12743" y="2230"/>
                    <a:pt x="12710" y="1362"/>
                  </a:cubicBezTo>
                  <a:cubicBezTo>
                    <a:pt x="12680" y="563"/>
                    <a:pt x="10417" y="0"/>
                    <a:pt x="7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2"/>
            <p:cNvSpPr/>
            <p:nvPr/>
          </p:nvSpPr>
          <p:spPr>
            <a:xfrm flipH="1">
              <a:off x="6677690" y="4008117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70" y="0"/>
                  </a:moveTo>
                  <a:cubicBezTo>
                    <a:pt x="6294" y="0"/>
                    <a:pt x="5904" y="8"/>
                    <a:pt x="5504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60"/>
                    <a:pt x="101" y="1527"/>
                  </a:cubicBezTo>
                  <a:cubicBezTo>
                    <a:pt x="434" y="960"/>
                    <a:pt x="2736" y="459"/>
                    <a:pt x="5504" y="326"/>
                  </a:cubicBezTo>
                  <a:cubicBezTo>
                    <a:pt x="5860" y="313"/>
                    <a:pt x="6209" y="307"/>
                    <a:pt x="6547" y="307"/>
                  </a:cubicBezTo>
                  <a:cubicBezTo>
                    <a:pt x="8841" y="307"/>
                    <a:pt x="10660" y="595"/>
                    <a:pt x="11008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75" y="0"/>
                    <a:pt x="667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2"/>
            <p:cNvSpPr/>
            <p:nvPr/>
          </p:nvSpPr>
          <p:spPr>
            <a:xfrm flipH="1">
              <a:off x="6677690" y="4008117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70" y="0"/>
                  </a:moveTo>
                  <a:cubicBezTo>
                    <a:pt x="6294" y="0"/>
                    <a:pt x="5904" y="8"/>
                    <a:pt x="5504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60"/>
                    <a:pt x="101" y="1527"/>
                  </a:cubicBezTo>
                  <a:cubicBezTo>
                    <a:pt x="434" y="960"/>
                    <a:pt x="2736" y="459"/>
                    <a:pt x="5504" y="326"/>
                  </a:cubicBezTo>
                  <a:cubicBezTo>
                    <a:pt x="5860" y="313"/>
                    <a:pt x="6209" y="307"/>
                    <a:pt x="6547" y="307"/>
                  </a:cubicBezTo>
                  <a:cubicBezTo>
                    <a:pt x="8841" y="307"/>
                    <a:pt x="10660" y="595"/>
                    <a:pt x="11008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75" y="0"/>
                    <a:pt x="66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2"/>
            <p:cNvSpPr/>
            <p:nvPr/>
          </p:nvSpPr>
          <p:spPr>
            <a:xfrm flipH="1">
              <a:off x="6615915" y="3973235"/>
              <a:ext cx="352244" cy="89858"/>
            </a:xfrm>
            <a:custGeom>
              <a:avLst/>
              <a:gdLst/>
              <a:ahLst/>
              <a:cxnLst/>
              <a:rect l="l" t="t" r="r" b="b"/>
              <a:pathLst>
                <a:path w="12744" h="3251" extrusionOk="0">
                  <a:moveTo>
                    <a:pt x="7312" y="1"/>
                  </a:moveTo>
                  <a:cubicBezTo>
                    <a:pt x="6984" y="1"/>
                    <a:pt x="6647" y="7"/>
                    <a:pt x="6305" y="20"/>
                  </a:cubicBezTo>
                  <a:cubicBezTo>
                    <a:pt x="2803" y="154"/>
                    <a:pt x="1" y="1021"/>
                    <a:pt x="67" y="1888"/>
                  </a:cubicBezTo>
                  <a:cubicBezTo>
                    <a:pt x="97" y="2688"/>
                    <a:pt x="2360" y="3250"/>
                    <a:pt x="5316" y="3250"/>
                  </a:cubicBezTo>
                  <a:cubicBezTo>
                    <a:pt x="5692" y="3250"/>
                    <a:pt x="6078" y="3241"/>
                    <a:pt x="6472" y="3223"/>
                  </a:cubicBezTo>
                  <a:cubicBezTo>
                    <a:pt x="9941" y="3089"/>
                    <a:pt x="12743" y="2255"/>
                    <a:pt x="12710" y="1355"/>
                  </a:cubicBezTo>
                  <a:cubicBezTo>
                    <a:pt x="12680" y="542"/>
                    <a:pt x="10341" y="1"/>
                    <a:pt x="7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2"/>
            <p:cNvSpPr/>
            <p:nvPr/>
          </p:nvSpPr>
          <p:spPr>
            <a:xfrm flipH="1">
              <a:off x="6616854" y="3966408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12676" y="0"/>
                  </a:moveTo>
                  <a:lnTo>
                    <a:pt x="0" y="534"/>
                  </a:lnTo>
                  <a:lnTo>
                    <a:pt x="67" y="2135"/>
                  </a:lnTo>
                  <a:lnTo>
                    <a:pt x="12743" y="1602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2"/>
            <p:cNvSpPr/>
            <p:nvPr/>
          </p:nvSpPr>
          <p:spPr>
            <a:xfrm flipH="1">
              <a:off x="6617766" y="3929646"/>
              <a:ext cx="352244" cy="89858"/>
            </a:xfrm>
            <a:custGeom>
              <a:avLst/>
              <a:gdLst/>
              <a:ahLst/>
              <a:cxnLst/>
              <a:rect l="l" t="t" r="r" b="b"/>
              <a:pathLst>
                <a:path w="12744" h="3251" extrusionOk="0">
                  <a:moveTo>
                    <a:pt x="7506" y="0"/>
                  </a:moveTo>
                  <a:cubicBezTo>
                    <a:pt x="7117" y="0"/>
                    <a:pt x="6715" y="10"/>
                    <a:pt x="6305" y="29"/>
                  </a:cubicBezTo>
                  <a:cubicBezTo>
                    <a:pt x="2803" y="163"/>
                    <a:pt x="1" y="997"/>
                    <a:pt x="68" y="1897"/>
                  </a:cubicBezTo>
                  <a:cubicBezTo>
                    <a:pt x="98" y="2683"/>
                    <a:pt x="2457" y="3250"/>
                    <a:pt x="5481" y="3250"/>
                  </a:cubicBezTo>
                  <a:cubicBezTo>
                    <a:pt x="5794" y="3250"/>
                    <a:pt x="6114" y="3244"/>
                    <a:pt x="6439" y="3232"/>
                  </a:cubicBezTo>
                  <a:cubicBezTo>
                    <a:pt x="9941" y="3065"/>
                    <a:pt x="12743" y="2231"/>
                    <a:pt x="12710" y="1364"/>
                  </a:cubicBezTo>
                  <a:cubicBezTo>
                    <a:pt x="12681" y="539"/>
                    <a:pt x="10441" y="0"/>
                    <a:pt x="7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2"/>
            <p:cNvSpPr/>
            <p:nvPr/>
          </p:nvSpPr>
          <p:spPr>
            <a:xfrm flipH="1">
              <a:off x="6640818" y="3940813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60" y="0"/>
                  </a:moveTo>
                  <a:cubicBezTo>
                    <a:pt x="6287" y="0"/>
                    <a:pt x="5900" y="8"/>
                    <a:pt x="5505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93"/>
                    <a:pt x="101" y="1527"/>
                  </a:cubicBezTo>
                  <a:cubicBezTo>
                    <a:pt x="434" y="960"/>
                    <a:pt x="2736" y="459"/>
                    <a:pt x="5505" y="359"/>
                  </a:cubicBezTo>
                  <a:cubicBezTo>
                    <a:pt x="5947" y="338"/>
                    <a:pt x="6378" y="328"/>
                    <a:pt x="6792" y="328"/>
                  </a:cubicBezTo>
                  <a:cubicBezTo>
                    <a:pt x="8970" y="328"/>
                    <a:pt x="10672" y="611"/>
                    <a:pt x="11009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50" y="0"/>
                    <a:pt x="666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2"/>
            <p:cNvSpPr/>
            <p:nvPr/>
          </p:nvSpPr>
          <p:spPr>
            <a:xfrm flipH="1">
              <a:off x="6640818" y="3940813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60" y="0"/>
                  </a:moveTo>
                  <a:cubicBezTo>
                    <a:pt x="6287" y="0"/>
                    <a:pt x="5900" y="8"/>
                    <a:pt x="5505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93"/>
                    <a:pt x="101" y="1527"/>
                  </a:cubicBezTo>
                  <a:cubicBezTo>
                    <a:pt x="434" y="960"/>
                    <a:pt x="2736" y="459"/>
                    <a:pt x="5505" y="359"/>
                  </a:cubicBezTo>
                  <a:cubicBezTo>
                    <a:pt x="5947" y="338"/>
                    <a:pt x="6378" y="328"/>
                    <a:pt x="6792" y="328"/>
                  </a:cubicBezTo>
                  <a:cubicBezTo>
                    <a:pt x="8970" y="328"/>
                    <a:pt x="10672" y="611"/>
                    <a:pt x="11009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50" y="0"/>
                    <a:pt x="66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2"/>
            <p:cNvSpPr/>
            <p:nvPr/>
          </p:nvSpPr>
          <p:spPr>
            <a:xfrm flipH="1">
              <a:off x="6620530" y="3892138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7264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3" y="186"/>
                    <a:pt x="1" y="1020"/>
                    <a:pt x="34" y="1887"/>
                  </a:cubicBezTo>
                  <a:cubicBezTo>
                    <a:pt x="64" y="2686"/>
                    <a:pt x="2326" y="3249"/>
                    <a:pt x="5283" y="3249"/>
                  </a:cubicBezTo>
                  <a:cubicBezTo>
                    <a:pt x="5658" y="3249"/>
                    <a:pt x="6045" y="3240"/>
                    <a:pt x="6439" y="3221"/>
                  </a:cubicBezTo>
                  <a:cubicBezTo>
                    <a:pt x="9941" y="3088"/>
                    <a:pt x="12743" y="2254"/>
                    <a:pt x="12710" y="1353"/>
                  </a:cubicBezTo>
                  <a:cubicBezTo>
                    <a:pt x="12680" y="567"/>
                    <a:pt x="10293" y="0"/>
                    <a:pt x="72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2"/>
            <p:cNvSpPr/>
            <p:nvPr/>
          </p:nvSpPr>
          <p:spPr>
            <a:xfrm flipH="1">
              <a:off x="6621470" y="3885256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12676" y="1"/>
                  </a:moveTo>
                  <a:lnTo>
                    <a:pt x="0" y="535"/>
                  </a:lnTo>
                  <a:lnTo>
                    <a:pt x="67" y="2136"/>
                  </a:lnTo>
                  <a:lnTo>
                    <a:pt x="12743" y="1602"/>
                  </a:lnTo>
                  <a:lnTo>
                    <a:pt x="126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2"/>
            <p:cNvSpPr/>
            <p:nvPr/>
          </p:nvSpPr>
          <p:spPr>
            <a:xfrm flipH="1">
              <a:off x="6622382" y="3847886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7263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2" y="185"/>
                    <a:pt x="0" y="1019"/>
                    <a:pt x="33" y="1887"/>
                  </a:cubicBezTo>
                  <a:cubicBezTo>
                    <a:pt x="63" y="2686"/>
                    <a:pt x="2352" y="3249"/>
                    <a:pt x="5292" y="3249"/>
                  </a:cubicBezTo>
                  <a:cubicBezTo>
                    <a:pt x="5664" y="3249"/>
                    <a:pt x="6048" y="3240"/>
                    <a:pt x="6438" y="3221"/>
                  </a:cubicBezTo>
                  <a:cubicBezTo>
                    <a:pt x="9941" y="3088"/>
                    <a:pt x="12743" y="2254"/>
                    <a:pt x="12709" y="1353"/>
                  </a:cubicBezTo>
                  <a:cubicBezTo>
                    <a:pt x="12679" y="567"/>
                    <a:pt x="10292" y="0"/>
                    <a:pt x="7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2"/>
            <p:cNvSpPr/>
            <p:nvPr/>
          </p:nvSpPr>
          <p:spPr>
            <a:xfrm flipH="1">
              <a:off x="6645434" y="3860545"/>
              <a:ext cx="306113" cy="41349"/>
            </a:xfrm>
            <a:custGeom>
              <a:avLst/>
              <a:gdLst/>
              <a:ahLst/>
              <a:cxnLst/>
              <a:rect l="l" t="t" r="r" b="b"/>
              <a:pathLst>
                <a:path w="11075" h="1496" extrusionOk="0">
                  <a:moveTo>
                    <a:pt x="6729" y="0"/>
                  </a:moveTo>
                  <a:cubicBezTo>
                    <a:pt x="6334" y="0"/>
                    <a:pt x="5924" y="9"/>
                    <a:pt x="5504" y="28"/>
                  </a:cubicBezTo>
                  <a:cubicBezTo>
                    <a:pt x="2435" y="128"/>
                    <a:pt x="0" y="728"/>
                    <a:pt x="0" y="1329"/>
                  </a:cubicBezTo>
                  <a:cubicBezTo>
                    <a:pt x="0" y="1395"/>
                    <a:pt x="33" y="1462"/>
                    <a:pt x="67" y="1495"/>
                  </a:cubicBezTo>
                  <a:cubicBezTo>
                    <a:pt x="434" y="928"/>
                    <a:pt x="2735" y="461"/>
                    <a:pt x="5504" y="328"/>
                  </a:cubicBezTo>
                  <a:cubicBezTo>
                    <a:pt x="5946" y="307"/>
                    <a:pt x="6377" y="296"/>
                    <a:pt x="6789" y="296"/>
                  </a:cubicBezTo>
                  <a:cubicBezTo>
                    <a:pt x="8960" y="296"/>
                    <a:pt x="10644" y="580"/>
                    <a:pt x="11008" y="1028"/>
                  </a:cubicBezTo>
                  <a:cubicBezTo>
                    <a:pt x="11041" y="995"/>
                    <a:pt x="11075" y="928"/>
                    <a:pt x="11075" y="862"/>
                  </a:cubicBezTo>
                  <a:cubicBezTo>
                    <a:pt x="11046" y="344"/>
                    <a:pt x="9185" y="0"/>
                    <a:pt x="672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2"/>
            <p:cNvSpPr/>
            <p:nvPr/>
          </p:nvSpPr>
          <p:spPr>
            <a:xfrm flipH="1">
              <a:off x="6645434" y="3860545"/>
              <a:ext cx="306113" cy="41349"/>
            </a:xfrm>
            <a:custGeom>
              <a:avLst/>
              <a:gdLst/>
              <a:ahLst/>
              <a:cxnLst/>
              <a:rect l="l" t="t" r="r" b="b"/>
              <a:pathLst>
                <a:path w="11075" h="1496" extrusionOk="0">
                  <a:moveTo>
                    <a:pt x="6729" y="0"/>
                  </a:moveTo>
                  <a:cubicBezTo>
                    <a:pt x="6334" y="0"/>
                    <a:pt x="5924" y="9"/>
                    <a:pt x="5504" y="28"/>
                  </a:cubicBezTo>
                  <a:cubicBezTo>
                    <a:pt x="2435" y="128"/>
                    <a:pt x="0" y="728"/>
                    <a:pt x="0" y="1329"/>
                  </a:cubicBezTo>
                  <a:cubicBezTo>
                    <a:pt x="0" y="1395"/>
                    <a:pt x="33" y="1462"/>
                    <a:pt x="67" y="1495"/>
                  </a:cubicBezTo>
                  <a:cubicBezTo>
                    <a:pt x="434" y="928"/>
                    <a:pt x="2735" y="461"/>
                    <a:pt x="5504" y="328"/>
                  </a:cubicBezTo>
                  <a:cubicBezTo>
                    <a:pt x="5946" y="307"/>
                    <a:pt x="6377" y="296"/>
                    <a:pt x="6789" y="296"/>
                  </a:cubicBezTo>
                  <a:cubicBezTo>
                    <a:pt x="8960" y="296"/>
                    <a:pt x="10644" y="580"/>
                    <a:pt x="11008" y="1028"/>
                  </a:cubicBezTo>
                  <a:cubicBezTo>
                    <a:pt x="11041" y="995"/>
                    <a:pt x="11075" y="928"/>
                    <a:pt x="11075" y="862"/>
                  </a:cubicBezTo>
                  <a:cubicBezTo>
                    <a:pt x="11046" y="344"/>
                    <a:pt x="9185" y="0"/>
                    <a:pt x="6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2"/>
            <p:cNvSpPr/>
            <p:nvPr/>
          </p:nvSpPr>
          <p:spPr>
            <a:xfrm flipH="1">
              <a:off x="6583658" y="3825718"/>
              <a:ext cx="352217" cy="89858"/>
            </a:xfrm>
            <a:custGeom>
              <a:avLst/>
              <a:gdLst/>
              <a:ahLst/>
              <a:cxnLst/>
              <a:rect l="l" t="t" r="r" b="b"/>
              <a:pathLst>
                <a:path w="12743" h="3251" extrusionOk="0">
                  <a:moveTo>
                    <a:pt x="7303" y="1"/>
                  </a:moveTo>
                  <a:cubicBezTo>
                    <a:pt x="6977" y="1"/>
                    <a:pt x="6644" y="7"/>
                    <a:pt x="6305" y="20"/>
                  </a:cubicBezTo>
                  <a:cubicBezTo>
                    <a:pt x="2802" y="154"/>
                    <a:pt x="0" y="1021"/>
                    <a:pt x="33" y="1888"/>
                  </a:cubicBezTo>
                  <a:cubicBezTo>
                    <a:pt x="63" y="2687"/>
                    <a:pt x="2352" y="3250"/>
                    <a:pt x="5292" y="3250"/>
                  </a:cubicBezTo>
                  <a:cubicBezTo>
                    <a:pt x="5664" y="3250"/>
                    <a:pt x="6048" y="3241"/>
                    <a:pt x="6438" y="3222"/>
                  </a:cubicBezTo>
                  <a:cubicBezTo>
                    <a:pt x="9941" y="3089"/>
                    <a:pt x="12743" y="2255"/>
                    <a:pt x="12709" y="1354"/>
                  </a:cubicBezTo>
                  <a:cubicBezTo>
                    <a:pt x="12679" y="542"/>
                    <a:pt x="10314" y="1"/>
                    <a:pt x="7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2"/>
            <p:cNvSpPr/>
            <p:nvPr/>
          </p:nvSpPr>
          <p:spPr>
            <a:xfrm flipH="1">
              <a:off x="6585510" y="3817951"/>
              <a:ext cx="352217" cy="59979"/>
            </a:xfrm>
            <a:custGeom>
              <a:avLst/>
              <a:gdLst/>
              <a:ahLst/>
              <a:cxnLst/>
              <a:rect l="l" t="t" r="r" b="b"/>
              <a:pathLst>
                <a:path w="12743" h="2170" extrusionOk="0">
                  <a:moveTo>
                    <a:pt x="12676" y="1"/>
                  </a:moveTo>
                  <a:lnTo>
                    <a:pt x="0" y="568"/>
                  </a:lnTo>
                  <a:lnTo>
                    <a:pt x="100" y="2169"/>
                  </a:lnTo>
                  <a:lnTo>
                    <a:pt x="12743" y="1635"/>
                  </a:lnTo>
                  <a:lnTo>
                    <a:pt x="126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2"/>
            <p:cNvSpPr/>
            <p:nvPr/>
          </p:nvSpPr>
          <p:spPr>
            <a:xfrm flipH="1">
              <a:off x="6585510" y="3780581"/>
              <a:ext cx="352217" cy="90466"/>
            </a:xfrm>
            <a:custGeom>
              <a:avLst/>
              <a:gdLst/>
              <a:ahLst/>
              <a:cxnLst/>
              <a:rect l="l" t="t" r="r" b="b"/>
              <a:pathLst>
                <a:path w="12743" h="3273" extrusionOk="0">
                  <a:moveTo>
                    <a:pt x="7263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2" y="185"/>
                    <a:pt x="0" y="1019"/>
                    <a:pt x="34" y="1887"/>
                  </a:cubicBezTo>
                  <a:cubicBezTo>
                    <a:pt x="64" y="2703"/>
                    <a:pt x="2452" y="3273"/>
                    <a:pt x="5482" y="3273"/>
                  </a:cubicBezTo>
                  <a:cubicBezTo>
                    <a:pt x="5795" y="3273"/>
                    <a:pt x="6114" y="3267"/>
                    <a:pt x="6438" y="3254"/>
                  </a:cubicBezTo>
                  <a:cubicBezTo>
                    <a:pt x="9941" y="3087"/>
                    <a:pt x="12743" y="2254"/>
                    <a:pt x="12709" y="1353"/>
                  </a:cubicBezTo>
                  <a:cubicBezTo>
                    <a:pt x="12679" y="567"/>
                    <a:pt x="10293" y="0"/>
                    <a:pt x="7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2"/>
            <p:cNvSpPr/>
            <p:nvPr/>
          </p:nvSpPr>
          <p:spPr>
            <a:xfrm flipH="1">
              <a:off x="6608562" y="3792384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6635" y="1"/>
                  </a:moveTo>
                  <a:cubicBezTo>
                    <a:pt x="6280" y="1"/>
                    <a:pt x="5913" y="9"/>
                    <a:pt x="5538" y="25"/>
                  </a:cubicBezTo>
                  <a:cubicBezTo>
                    <a:pt x="2469" y="159"/>
                    <a:pt x="1" y="759"/>
                    <a:pt x="34" y="1360"/>
                  </a:cubicBezTo>
                  <a:cubicBezTo>
                    <a:pt x="34" y="1426"/>
                    <a:pt x="68" y="1460"/>
                    <a:pt x="101" y="1526"/>
                  </a:cubicBezTo>
                  <a:cubicBezTo>
                    <a:pt x="468" y="959"/>
                    <a:pt x="2770" y="459"/>
                    <a:pt x="5538" y="325"/>
                  </a:cubicBezTo>
                  <a:cubicBezTo>
                    <a:pt x="5894" y="313"/>
                    <a:pt x="6242" y="306"/>
                    <a:pt x="6579" y="306"/>
                  </a:cubicBezTo>
                  <a:cubicBezTo>
                    <a:pt x="8867" y="306"/>
                    <a:pt x="10664" y="594"/>
                    <a:pt x="11042" y="1059"/>
                  </a:cubicBezTo>
                  <a:cubicBezTo>
                    <a:pt x="11076" y="993"/>
                    <a:pt x="11076" y="959"/>
                    <a:pt x="11109" y="893"/>
                  </a:cubicBezTo>
                  <a:cubicBezTo>
                    <a:pt x="11080" y="395"/>
                    <a:pt x="9154" y="1"/>
                    <a:pt x="663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2"/>
            <p:cNvSpPr/>
            <p:nvPr/>
          </p:nvSpPr>
          <p:spPr>
            <a:xfrm flipH="1">
              <a:off x="6608562" y="3792384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6635" y="1"/>
                  </a:moveTo>
                  <a:cubicBezTo>
                    <a:pt x="6280" y="1"/>
                    <a:pt x="5913" y="9"/>
                    <a:pt x="5538" y="25"/>
                  </a:cubicBezTo>
                  <a:cubicBezTo>
                    <a:pt x="2469" y="159"/>
                    <a:pt x="1" y="759"/>
                    <a:pt x="34" y="1360"/>
                  </a:cubicBezTo>
                  <a:cubicBezTo>
                    <a:pt x="34" y="1426"/>
                    <a:pt x="68" y="1460"/>
                    <a:pt x="101" y="1526"/>
                  </a:cubicBezTo>
                  <a:cubicBezTo>
                    <a:pt x="468" y="959"/>
                    <a:pt x="2770" y="459"/>
                    <a:pt x="5538" y="325"/>
                  </a:cubicBezTo>
                  <a:cubicBezTo>
                    <a:pt x="5894" y="313"/>
                    <a:pt x="6242" y="306"/>
                    <a:pt x="6579" y="306"/>
                  </a:cubicBezTo>
                  <a:cubicBezTo>
                    <a:pt x="8867" y="306"/>
                    <a:pt x="10664" y="594"/>
                    <a:pt x="11042" y="1059"/>
                  </a:cubicBezTo>
                  <a:cubicBezTo>
                    <a:pt x="11076" y="993"/>
                    <a:pt x="11076" y="959"/>
                    <a:pt x="11109" y="893"/>
                  </a:cubicBezTo>
                  <a:cubicBezTo>
                    <a:pt x="11080" y="395"/>
                    <a:pt x="9154" y="1"/>
                    <a:pt x="6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2"/>
            <p:cNvSpPr/>
            <p:nvPr/>
          </p:nvSpPr>
          <p:spPr>
            <a:xfrm flipH="1">
              <a:off x="6639906" y="3768337"/>
              <a:ext cx="350365" cy="89802"/>
            </a:xfrm>
            <a:custGeom>
              <a:avLst/>
              <a:gdLst/>
              <a:ahLst/>
              <a:cxnLst/>
              <a:rect l="l" t="t" r="r" b="b"/>
              <a:pathLst>
                <a:path w="12676" h="3249" extrusionOk="0">
                  <a:moveTo>
                    <a:pt x="7393" y="0"/>
                  </a:moveTo>
                  <a:cubicBezTo>
                    <a:pt x="7018" y="0"/>
                    <a:pt x="6632" y="9"/>
                    <a:pt x="6238" y="28"/>
                  </a:cubicBezTo>
                  <a:cubicBezTo>
                    <a:pt x="2769" y="161"/>
                    <a:pt x="0" y="995"/>
                    <a:pt x="0" y="1896"/>
                  </a:cubicBezTo>
                  <a:cubicBezTo>
                    <a:pt x="0" y="2682"/>
                    <a:pt x="2384" y="3249"/>
                    <a:pt x="5413" y="3249"/>
                  </a:cubicBezTo>
                  <a:cubicBezTo>
                    <a:pt x="5726" y="3249"/>
                    <a:pt x="6046" y="3243"/>
                    <a:pt x="6371" y="3230"/>
                  </a:cubicBezTo>
                  <a:cubicBezTo>
                    <a:pt x="9874" y="3063"/>
                    <a:pt x="12676" y="2230"/>
                    <a:pt x="12642" y="1362"/>
                  </a:cubicBezTo>
                  <a:cubicBezTo>
                    <a:pt x="12613" y="563"/>
                    <a:pt x="10350" y="0"/>
                    <a:pt x="7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2"/>
            <p:cNvSpPr/>
            <p:nvPr/>
          </p:nvSpPr>
          <p:spPr>
            <a:xfrm flipH="1">
              <a:off x="6640818" y="3760791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12677" y="1"/>
                  </a:moveTo>
                  <a:lnTo>
                    <a:pt x="1" y="568"/>
                  </a:lnTo>
                  <a:lnTo>
                    <a:pt x="68" y="2169"/>
                  </a:lnTo>
                  <a:lnTo>
                    <a:pt x="12743" y="1635"/>
                  </a:lnTo>
                  <a:lnTo>
                    <a:pt x="12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2"/>
            <p:cNvSpPr/>
            <p:nvPr/>
          </p:nvSpPr>
          <p:spPr>
            <a:xfrm flipH="1">
              <a:off x="6641731" y="3724057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52" y="1"/>
                  </a:moveTo>
                  <a:cubicBezTo>
                    <a:pt x="7079" y="1"/>
                    <a:pt x="6696" y="10"/>
                    <a:pt x="6305" y="29"/>
                  </a:cubicBezTo>
                  <a:cubicBezTo>
                    <a:pt x="2803" y="162"/>
                    <a:pt x="1" y="996"/>
                    <a:pt x="34" y="1897"/>
                  </a:cubicBezTo>
                  <a:cubicBezTo>
                    <a:pt x="64" y="2683"/>
                    <a:pt x="2451" y="3250"/>
                    <a:pt x="5480" y="3250"/>
                  </a:cubicBezTo>
                  <a:cubicBezTo>
                    <a:pt x="5793" y="3250"/>
                    <a:pt x="6113" y="3244"/>
                    <a:pt x="6439" y="3231"/>
                  </a:cubicBezTo>
                  <a:cubicBezTo>
                    <a:pt x="9941" y="3064"/>
                    <a:pt x="12743" y="2230"/>
                    <a:pt x="12710" y="1363"/>
                  </a:cubicBezTo>
                  <a:cubicBezTo>
                    <a:pt x="12680" y="564"/>
                    <a:pt x="10391" y="1"/>
                    <a:pt x="7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2"/>
            <p:cNvSpPr/>
            <p:nvPr/>
          </p:nvSpPr>
          <p:spPr>
            <a:xfrm flipH="1">
              <a:off x="6664782" y="3736108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6660" y="1"/>
                  </a:moveTo>
                  <a:cubicBezTo>
                    <a:pt x="6286" y="1"/>
                    <a:pt x="5900" y="9"/>
                    <a:pt x="5504" y="26"/>
                  </a:cubicBezTo>
                  <a:cubicBezTo>
                    <a:pt x="2436" y="160"/>
                    <a:pt x="1" y="760"/>
                    <a:pt x="1" y="1361"/>
                  </a:cubicBezTo>
                  <a:cubicBezTo>
                    <a:pt x="1" y="1394"/>
                    <a:pt x="34" y="1461"/>
                    <a:pt x="67" y="1494"/>
                  </a:cubicBezTo>
                  <a:cubicBezTo>
                    <a:pt x="434" y="960"/>
                    <a:pt x="2736" y="460"/>
                    <a:pt x="5504" y="327"/>
                  </a:cubicBezTo>
                  <a:cubicBezTo>
                    <a:pt x="5920" y="307"/>
                    <a:pt x="6325" y="297"/>
                    <a:pt x="6715" y="297"/>
                  </a:cubicBezTo>
                  <a:cubicBezTo>
                    <a:pt x="8922" y="297"/>
                    <a:pt x="10640" y="602"/>
                    <a:pt x="11008" y="1027"/>
                  </a:cubicBezTo>
                  <a:cubicBezTo>
                    <a:pt x="11042" y="994"/>
                    <a:pt x="11075" y="927"/>
                    <a:pt x="11075" y="894"/>
                  </a:cubicBezTo>
                  <a:cubicBezTo>
                    <a:pt x="11046" y="372"/>
                    <a:pt x="9150" y="1"/>
                    <a:pt x="666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2"/>
            <p:cNvSpPr/>
            <p:nvPr/>
          </p:nvSpPr>
          <p:spPr>
            <a:xfrm flipH="1">
              <a:off x="6664782" y="3736108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6660" y="1"/>
                  </a:moveTo>
                  <a:cubicBezTo>
                    <a:pt x="6286" y="1"/>
                    <a:pt x="5900" y="9"/>
                    <a:pt x="5504" y="26"/>
                  </a:cubicBezTo>
                  <a:cubicBezTo>
                    <a:pt x="2436" y="160"/>
                    <a:pt x="1" y="760"/>
                    <a:pt x="1" y="1361"/>
                  </a:cubicBezTo>
                  <a:cubicBezTo>
                    <a:pt x="1" y="1394"/>
                    <a:pt x="34" y="1461"/>
                    <a:pt x="67" y="1494"/>
                  </a:cubicBezTo>
                  <a:cubicBezTo>
                    <a:pt x="434" y="960"/>
                    <a:pt x="2736" y="460"/>
                    <a:pt x="5504" y="327"/>
                  </a:cubicBezTo>
                  <a:cubicBezTo>
                    <a:pt x="5920" y="307"/>
                    <a:pt x="6325" y="297"/>
                    <a:pt x="6715" y="297"/>
                  </a:cubicBezTo>
                  <a:cubicBezTo>
                    <a:pt x="8922" y="297"/>
                    <a:pt x="10640" y="602"/>
                    <a:pt x="11008" y="1027"/>
                  </a:cubicBezTo>
                  <a:cubicBezTo>
                    <a:pt x="11042" y="994"/>
                    <a:pt x="11075" y="927"/>
                    <a:pt x="11075" y="894"/>
                  </a:cubicBezTo>
                  <a:cubicBezTo>
                    <a:pt x="11046" y="372"/>
                    <a:pt x="9150" y="1"/>
                    <a:pt x="6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2"/>
            <p:cNvSpPr/>
            <p:nvPr/>
          </p:nvSpPr>
          <p:spPr>
            <a:xfrm flipH="1">
              <a:off x="6666634" y="3744593"/>
              <a:ext cx="302437" cy="53649"/>
            </a:xfrm>
            <a:custGeom>
              <a:avLst/>
              <a:gdLst/>
              <a:ahLst/>
              <a:cxnLst/>
              <a:rect l="l" t="t" r="r" b="b"/>
              <a:pathLst>
                <a:path w="10942" h="1941" extrusionOk="0">
                  <a:moveTo>
                    <a:pt x="6484" y="0"/>
                  </a:moveTo>
                  <a:cubicBezTo>
                    <a:pt x="6145" y="0"/>
                    <a:pt x="5795" y="7"/>
                    <a:pt x="5437" y="20"/>
                  </a:cubicBezTo>
                  <a:cubicBezTo>
                    <a:pt x="2669" y="153"/>
                    <a:pt x="367" y="653"/>
                    <a:pt x="0" y="1187"/>
                  </a:cubicBezTo>
                  <a:cubicBezTo>
                    <a:pt x="378" y="1652"/>
                    <a:pt x="2200" y="1940"/>
                    <a:pt x="4473" y="1940"/>
                  </a:cubicBezTo>
                  <a:cubicBezTo>
                    <a:pt x="4808" y="1940"/>
                    <a:pt x="5153" y="1934"/>
                    <a:pt x="5504" y="1921"/>
                  </a:cubicBezTo>
                  <a:cubicBezTo>
                    <a:pt x="8273" y="1788"/>
                    <a:pt x="10574" y="1287"/>
                    <a:pt x="10941" y="720"/>
                  </a:cubicBezTo>
                  <a:cubicBezTo>
                    <a:pt x="10564" y="284"/>
                    <a:pt x="8770" y="0"/>
                    <a:pt x="6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2"/>
            <p:cNvSpPr/>
            <p:nvPr/>
          </p:nvSpPr>
          <p:spPr>
            <a:xfrm flipH="1">
              <a:off x="6603006" y="3701032"/>
              <a:ext cx="352244" cy="90051"/>
            </a:xfrm>
            <a:custGeom>
              <a:avLst/>
              <a:gdLst/>
              <a:ahLst/>
              <a:cxnLst/>
              <a:rect l="l" t="t" r="r" b="b"/>
              <a:pathLst>
                <a:path w="12744" h="3258" extrusionOk="0">
                  <a:moveTo>
                    <a:pt x="7461" y="0"/>
                  </a:moveTo>
                  <a:cubicBezTo>
                    <a:pt x="7086" y="0"/>
                    <a:pt x="6699" y="9"/>
                    <a:pt x="6305" y="28"/>
                  </a:cubicBezTo>
                  <a:cubicBezTo>
                    <a:pt x="2803" y="161"/>
                    <a:pt x="1" y="995"/>
                    <a:pt x="34" y="1896"/>
                  </a:cubicBezTo>
                  <a:cubicBezTo>
                    <a:pt x="93" y="2695"/>
                    <a:pt x="2359" y="3258"/>
                    <a:pt x="5293" y="3258"/>
                  </a:cubicBezTo>
                  <a:cubicBezTo>
                    <a:pt x="5665" y="3258"/>
                    <a:pt x="6048" y="3249"/>
                    <a:pt x="6439" y="3230"/>
                  </a:cubicBezTo>
                  <a:cubicBezTo>
                    <a:pt x="9941" y="3097"/>
                    <a:pt x="12743" y="2229"/>
                    <a:pt x="12710" y="1362"/>
                  </a:cubicBezTo>
                  <a:cubicBezTo>
                    <a:pt x="12680" y="563"/>
                    <a:pt x="10417" y="0"/>
                    <a:pt x="7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2"/>
            <p:cNvSpPr/>
            <p:nvPr/>
          </p:nvSpPr>
          <p:spPr>
            <a:xfrm flipH="1">
              <a:off x="6603946" y="3694426"/>
              <a:ext cx="352217" cy="59011"/>
            </a:xfrm>
            <a:custGeom>
              <a:avLst/>
              <a:gdLst/>
              <a:ahLst/>
              <a:cxnLst/>
              <a:rect l="l" t="t" r="r" b="b"/>
              <a:pathLst>
                <a:path w="12743" h="2135" extrusionOk="0">
                  <a:moveTo>
                    <a:pt x="12676" y="0"/>
                  </a:moveTo>
                  <a:lnTo>
                    <a:pt x="0" y="534"/>
                  </a:lnTo>
                  <a:lnTo>
                    <a:pt x="67" y="2135"/>
                  </a:lnTo>
                  <a:lnTo>
                    <a:pt x="12743" y="1601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2"/>
            <p:cNvSpPr/>
            <p:nvPr/>
          </p:nvSpPr>
          <p:spPr>
            <a:xfrm flipH="1">
              <a:off x="6604858" y="3656752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51" y="1"/>
                  </a:moveTo>
                  <a:cubicBezTo>
                    <a:pt x="7079" y="1"/>
                    <a:pt x="6696" y="10"/>
                    <a:pt x="6305" y="29"/>
                  </a:cubicBezTo>
                  <a:cubicBezTo>
                    <a:pt x="2803" y="162"/>
                    <a:pt x="1" y="996"/>
                    <a:pt x="34" y="1897"/>
                  </a:cubicBezTo>
                  <a:cubicBezTo>
                    <a:pt x="64" y="2683"/>
                    <a:pt x="2451" y="3250"/>
                    <a:pt x="5480" y="3250"/>
                  </a:cubicBezTo>
                  <a:cubicBezTo>
                    <a:pt x="5794" y="3250"/>
                    <a:pt x="6114" y="3244"/>
                    <a:pt x="6439" y="3231"/>
                  </a:cubicBezTo>
                  <a:cubicBezTo>
                    <a:pt x="9941" y="3064"/>
                    <a:pt x="12743" y="2230"/>
                    <a:pt x="12710" y="1363"/>
                  </a:cubicBezTo>
                  <a:cubicBezTo>
                    <a:pt x="12651" y="564"/>
                    <a:pt x="10385" y="1"/>
                    <a:pt x="7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2"/>
            <p:cNvSpPr/>
            <p:nvPr/>
          </p:nvSpPr>
          <p:spPr>
            <a:xfrm flipH="1">
              <a:off x="6628822" y="36688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6693" y="1"/>
                  </a:moveTo>
                  <a:cubicBezTo>
                    <a:pt x="6320" y="1"/>
                    <a:pt x="5933" y="9"/>
                    <a:pt x="5538" y="26"/>
                  </a:cubicBezTo>
                  <a:cubicBezTo>
                    <a:pt x="2469" y="160"/>
                    <a:pt x="0" y="760"/>
                    <a:pt x="34" y="1361"/>
                  </a:cubicBezTo>
                  <a:cubicBezTo>
                    <a:pt x="34" y="1427"/>
                    <a:pt x="67" y="1461"/>
                    <a:pt x="101" y="1527"/>
                  </a:cubicBezTo>
                  <a:cubicBezTo>
                    <a:pt x="467" y="960"/>
                    <a:pt x="2769" y="460"/>
                    <a:pt x="5538" y="327"/>
                  </a:cubicBezTo>
                  <a:cubicBezTo>
                    <a:pt x="5893" y="314"/>
                    <a:pt x="6241" y="307"/>
                    <a:pt x="6578" y="307"/>
                  </a:cubicBezTo>
                  <a:cubicBezTo>
                    <a:pt x="8867" y="307"/>
                    <a:pt x="10664" y="595"/>
                    <a:pt x="11042" y="1060"/>
                  </a:cubicBezTo>
                  <a:cubicBezTo>
                    <a:pt x="11075" y="994"/>
                    <a:pt x="11075" y="960"/>
                    <a:pt x="11075" y="894"/>
                  </a:cubicBezTo>
                  <a:cubicBezTo>
                    <a:pt x="11075" y="371"/>
                    <a:pt x="9183" y="1"/>
                    <a:pt x="6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2"/>
            <p:cNvSpPr/>
            <p:nvPr/>
          </p:nvSpPr>
          <p:spPr>
            <a:xfrm flipH="1">
              <a:off x="6626998" y="3382448"/>
              <a:ext cx="356832" cy="315621"/>
            </a:xfrm>
            <a:custGeom>
              <a:avLst/>
              <a:gdLst/>
              <a:ahLst/>
              <a:cxnLst/>
              <a:rect l="l" t="t" r="r" b="b"/>
              <a:pathLst>
                <a:path w="12910" h="11419" extrusionOk="0">
                  <a:moveTo>
                    <a:pt x="6473" y="1"/>
                  </a:moveTo>
                  <a:cubicBezTo>
                    <a:pt x="5798" y="1"/>
                    <a:pt x="5110" y="122"/>
                    <a:pt x="4437" y="379"/>
                  </a:cubicBezTo>
                  <a:cubicBezTo>
                    <a:pt x="1502" y="1480"/>
                    <a:pt x="1" y="4749"/>
                    <a:pt x="1101" y="7718"/>
                  </a:cubicBezTo>
                  <a:cubicBezTo>
                    <a:pt x="1955" y="10019"/>
                    <a:pt x="4131" y="11419"/>
                    <a:pt x="6434" y="11419"/>
                  </a:cubicBezTo>
                  <a:cubicBezTo>
                    <a:pt x="7102" y="11419"/>
                    <a:pt x="7780" y="11301"/>
                    <a:pt x="8440" y="11054"/>
                  </a:cubicBezTo>
                  <a:cubicBezTo>
                    <a:pt x="11409" y="9953"/>
                    <a:pt x="12910" y="6650"/>
                    <a:pt x="11809" y="3715"/>
                  </a:cubicBezTo>
                  <a:cubicBezTo>
                    <a:pt x="10932" y="1419"/>
                    <a:pt x="8778" y="1"/>
                    <a:pt x="64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2"/>
            <p:cNvSpPr/>
            <p:nvPr/>
          </p:nvSpPr>
          <p:spPr>
            <a:xfrm flipH="1">
              <a:off x="6611326" y="3390243"/>
              <a:ext cx="354068" cy="315676"/>
            </a:xfrm>
            <a:custGeom>
              <a:avLst/>
              <a:gdLst/>
              <a:ahLst/>
              <a:cxnLst/>
              <a:rect l="l" t="t" r="r" b="b"/>
              <a:pathLst>
                <a:path w="12810" h="11421" extrusionOk="0">
                  <a:moveTo>
                    <a:pt x="6394" y="1"/>
                  </a:moveTo>
                  <a:cubicBezTo>
                    <a:pt x="4785" y="1"/>
                    <a:pt x="3189" y="676"/>
                    <a:pt x="2069" y="1999"/>
                  </a:cubicBezTo>
                  <a:cubicBezTo>
                    <a:pt x="1" y="4400"/>
                    <a:pt x="301" y="8036"/>
                    <a:pt x="2703" y="10071"/>
                  </a:cubicBezTo>
                  <a:cubicBezTo>
                    <a:pt x="3773" y="10978"/>
                    <a:pt x="5082" y="11421"/>
                    <a:pt x="6387" y="11421"/>
                  </a:cubicBezTo>
                  <a:cubicBezTo>
                    <a:pt x="8011" y="11421"/>
                    <a:pt x="9629" y="10735"/>
                    <a:pt x="10775" y="9404"/>
                  </a:cubicBezTo>
                  <a:cubicBezTo>
                    <a:pt x="12810" y="7002"/>
                    <a:pt x="12510" y="3400"/>
                    <a:pt x="10108" y="1365"/>
                  </a:cubicBezTo>
                  <a:cubicBezTo>
                    <a:pt x="9029" y="450"/>
                    <a:pt x="7707" y="1"/>
                    <a:pt x="6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2"/>
            <p:cNvSpPr/>
            <p:nvPr/>
          </p:nvSpPr>
          <p:spPr>
            <a:xfrm flipH="1">
              <a:off x="6711824" y="3464844"/>
              <a:ext cx="151218" cy="163214"/>
            </a:xfrm>
            <a:custGeom>
              <a:avLst/>
              <a:gdLst/>
              <a:ahLst/>
              <a:cxnLst/>
              <a:rect l="l" t="t" r="r" b="b"/>
              <a:pathLst>
                <a:path w="5471" h="5905" extrusionOk="0">
                  <a:moveTo>
                    <a:pt x="2669" y="1234"/>
                  </a:moveTo>
                  <a:lnTo>
                    <a:pt x="3703" y="1701"/>
                  </a:lnTo>
                  <a:cubicBezTo>
                    <a:pt x="3903" y="1801"/>
                    <a:pt x="4070" y="1935"/>
                    <a:pt x="4203" y="2102"/>
                  </a:cubicBezTo>
                  <a:cubicBezTo>
                    <a:pt x="4270" y="2235"/>
                    <a:pt x="4270" y="2435"/>
                    <a:pt x="4203" y="2569"/>
                  </a:cubicBezTo>
                  <a:cubicBezTo>
                    <a:pt x="4137" y="2735"/>
                    <a:pt x="4003" y="2835"/>
                    <a:pt x="3836" y="2869"/>
                  </a:cubicBezTo>
                  <a:cubicBezTo>
                    <a:pt x="3795" y="2875"/>
                    <a:pt x="3755" y="2877"/>
                    <a:pt x="3715" y="2877"/>
                  </a:cubicBezTo>
                  <a:cubicBezTo>
                    <a:pt x="3532" y="2877"/>
                    <a:pt x="3367" y="2818"/>
                    <a:pt x="3203" y="2735"/>
                  </a:cubicBezTo>
                  <a:lnTo>
                    <a:pt x="2169" y="2302"/>
                  </a:lnTo>
                  <a:lnTo>
                    <a:pt x="2669" y="1234"/>
                  </a:lnTo>
                  <a:close/>
                  <a:moveTo>
                    <a:pt x="1868" y="3036"/>
                  </a:moveTo>
                  <a:lnTo>
                    <a:pt x="3036" y="3569"/>
                  </a:lnTo>
                  <a:cubicBezTo>
                    <a:pt x="3603" y="3803"/>
                    <a:pt x="3770" y="4136"/>
                    <a:pt x="3603" y="4470"/>
                  </a:cubicBezTo>
                  <a:cubicBezTo>
                    <a:pt x="3570" y="4670"/>
                    <a:pt x="3403" y="4804"/>
                    <a:pt x="3236" y="4837"/>
                  </a:cubicBezTo>
                  <a:lnTo>
                    <a:pt x="3236" y="4804"/>
                  </a:lnTo>
                  <a:cubicBezTo>
                    <a:pt x="3002" y="4804"/>
                    <a:pt x="2769" y="4770"/>
                    <a:pt x="2569" y="4670"/>
                  </a:cubicBezTo>
                  <a:lnTo>
                    <a:pt x="1368" y="4103"/>
                  </a:lnTo>
                  <a:lnTo>
                    <a:pt x="1868" y="3036"/>
                  </a:lnTo>
                  <a:close/>
                  <a:moveTo>
                    <a:pt x="2002" y="0"/>
                  </a:moveTo>
                  <a:lnTo>
                    <a:pt x="0" y="4437"/>
                  </a:lnTo>
                  <a:lnTo>
                    <a:pt x="1068" y="4904"/>
                  </a:lnTo>
                  <a:lnTo>
                    <a:pt x="901" y="5237"/>
                  </a:lnTo>
                  <a:lnTo>
                    <a:pt x="1401" y="5437"/>
                  </a:lnTo>
                  <a:lnTo>
                    <a:pt x="1535" y="5137"/>
                  </a:lnTo>
                  <a:lnTo>
                    <a:pt x="2035" y="5371"/>
                  </a:lnTo>
                  <a:lnTo>
                    <a:pt x="1902" y="5671"/>
                  </a:lnTo>
                  <a:lnTo>
                    <a:pt x="2402" y="5904"/>
                  </a:lnTo>
                  <a:lnTo>
                    <a:pt x="2535" y="5571"/>
                  </a:lnTo>
                  <a:cubicBezTo>
                    <a:pt x="2808" y="5694"/>
                    <a:pt x="3116" y="5763"/>
                    <a:pt x="3421" y="5763"/>
                  </a:cubicBezTo>
                  <a:cubicBezTo>
                    <a:pt x="3527" y="5763"/>
                    <a:pt x="3633" y="5755"/>
                    <a:pt x="3736" y="5738"/>
                  </a:cubicBezTo>
                  <a:cubicBezTo>
                    <a:pt x="4103" y="5671"/>
                    <a:pt x="4403" y="5404"/>
                    <a:pt x="4570" y="5070"/>
                  </a:cubicBezTo>
                  <a:cubicBezTo>
                    <a:pt x="4704" y="4837"/>
                    <a:pt x="4737" y="4537"/>
                    <a:pt x="4704" y="4270"/>
                  </a:cubicBezTo>
                  <a:cubicBezTo>
                    <a:pt x="4637" y="4003"/>
                    <a:pt x="4470" y="3769"/>
                    <a:pt x="4270" y="3603"/>
                  </a:cubicBezTo>
                  <a:cubicBezTo>
                    <a:pt x="4504" y="3603"/>
                    <a:pt x="4704" y="3536"/>
                    <a:pt x="4870" y="3403"/>
                  </a:cubicBezTo>
                  <a:cubicBezTo>
                    <a:pt x="5071" y="3269"/>
                    <a:pt x="5204" y="3102"/>
                    <a:pt x="5304" y="2902"/>
                  </a:cubicBezTo>
                  <a:cubicBezTo>
                    <a:pt x="5471" y="2569"/>
                    <a:pt x="5438" y="2168"/>
                    <a:pt x="5237" y="1868"/>
                  </a:cubicBezTo>
                  <a:cubicBezTo>
                    <a:pt x="5071" y="1601"/>
                    <a:pt x="4837" y="1368"/>
                    <a:pt x="4537" y="1201"/>
                  </a:cubicBezTo>
                  <a:lnTo>
                    <a:pt x="4670" y="867"/>
                  </a:lnTo>
                  <a:lnTo>
                    <a:pt x="4170" y="667"/>
                  </a:lnTo>
                  <a:lnTo>
                    <a:pt x="4037" y="967"/>
                  </a:lnTo>
                  <a:lnTo>
                    <a:pt x="3570" y="734"/>
                  </a:lnTo>
                  <a:lnTo>
                    <a:pt x="3703" y="434"/>
                  </a:lnTo>
                  <a:lnTo>
                    <a:pt x="3203" y="200"/>
                  </a:lnTo>
                  <a:lnTo>
                    <a:pt x="3069" y="500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2"/>
            <p:cNvSpPr/>
            <p:nvPr/>
          </p:nvSpPr>
          <p:spPr>
            <a:xfrm flipH="1">
              <a:off x="5296527" y="4379467"/>
              <a:ext cx="212109" cy="73439"/>
            </a:xfrm>
            <a:custGeom>
              <a:avLst/>
              <a:gdLst/>
              <a:ahLst/>
              <a:cxnLst/>
              <a:rect l="l" t="t" r="r" b="b"/>
              <a:pathLst>
                <a:path w="7674" h="2657" extrusionOk="0">
                  <a:moveTo>
                    <a:pt x="1360" y="0"/>
                  </a:moveTo>
                  <a:cubicBezTo>
                    <a:pt x="643" y="0"/>
                    <a:pt x="168" y="134"/>
                    <a:pt x="101" y="401"/>
                  </a:cubicBezTo>
                  <a:cubicBezTo>
                    <a:pt x="1" y="901"/>
                    <a:pt x="1535" y="1735"/>
                    <a:pt x="3604" y="2269"/>
                  </a:cubicBezTo>
                  <a:cubicBezTo>
                    <a:pt x="4605" y="2531"/>
                    <a:pt x="5541" y="2657"/>
                    <a:pt x="6250" y="2657"/>
                  </a:cubicBezTo>
                  <a:cubicBezTo>
                    <a:pt x="6982" y="2657"/>
                    <a:pt x="7472" y="2523"/>
                    <a:pt x="7540" y="2269"/>
                  </a:cubicBezTo>
                  <a:cubicBezTo>
                    <a:pt x="7673" y="1768"/>
                    <a:pt x="6139" y="901"/>
                    <a:pt x="4071" y="401"/>
                  </a:cubicBezTo>
                  <a:cubicBezTo>
                    <a:pt x="3036" y="134"/>
                    <a:pt x="2077" y="0"/>
                    <a:pt x="136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2"/>
            <p:cNvSpPr/>
            <p:nvPr/>
          </p:nvSpPr>
          <p:spPr>
            <a:xfrm flipH="1">
              <a:off x="5293763" y="4364707"/>
              <a:ext cx="211170" cy="77475"/>
            </a:xfrm>
            <a:custGeom>
              <a:avLst/>
              <a:gdLst/>
              <a:ahLst/>
              <a:cxnLst/>
              <a:rect l="l" t="t" r="r" b="b"/>
              <a:pathLst>
                <a:path w="7640" h="2803" extrusionOk="0">
                  <a:moveTo>
                    <a:pt x="234" y="1"/>
                  </a:moveTo>
                  <a:lnTo>
                    <a:pt x="0" y="935"/>
                  </a:lnTo>
                  <a:lnTo>
                    <a:pt x="7406" y="2803"/>
                  </a:lnTo>
                  <a:lnTo>
                    <a:pt x="7639" y="1869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2"/>
            <p:cNvSpPr/>
            <p:nvPr/>
          </p:nvSpPr>
          <p:spPr>
            <a:xfrm flipH="1">
              <a:off x="5290087" y="4353651"/>
              <a:ext cx="212082" cy="73771"/>
            </a:xfrm>
            <a:custGeom>
              <a:avLst/>
              <a:gdLst/>
              <a:ahLst/>
              <a:cxnLst/>
              <a:rect l="l" t="t" r="r" b="b"/>
              <a:pathLst>
                <a:path w="7673" h="2669" extrusionOk="0">
                  <a:moveTo>
                    <a:pt x="1389" y="0"/>
                  </a:moveTo>
                  <a:cubicBezTo>
                    <a:pt x="676" y="0"/>
                    <a:pt x="201" y="134"/>
                    <a:pt x="134" y="401"/>
                  </a:cubicBezTo>
                  <a:cubicBezTo>
                    <a:pt x="0" y="934"/>
                    <a:pt x="1535" y="1735"/>
                    <a:pt x="3603" y="2269"/>
                  </a:cubicBezTo>
                  <a:cubicBezTo>
                    <a:pt x="4620" y="2536"/>
                    <a:pt x="5571" y="2669"/>
                    <a:pt x="6284" y="2669"/>
                  </a:cubicBezTo>
                  <a:cubicBezTo>
                    <a:pt x="6997" y="2669"/>
                    <a:pt x="7472" y="2536"/>
                    <a:pt x="7539" y="2269"/>
                  </a:cubicBezTo>
                  <a:cubicBezTo>
                    <a:pt x="7673" y="1735"/>
                    <a:pt x="6138" y="934"/>
                    <a:pt x="4070" y="401"/>
                  </a:cubicBezTo>
                  <a:cubicBezTo>
                    <a:pt x="3053" y="134"/>
                    <a:pt x="2102" y="0"/>
                    <a:pt x="13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2"/>
            <p:cNvSpPr/>
            <p:nvPr/>
          </p:nvSpPr>
          <p:spPr>
            <a:xfrm flipH="1">
              <a:off x="5290087" y="4353651"/>
              <a:ext cx="212082" cy="73771"/>
            </a:xfrm>
            <a:custGeom>
              <a:avLst/>
              <a:gdLst/>
              <a:ahLst/>
              <a:cxnLst/>
              <a:rect l="l" t="t" r="r" b="b"/>
              <a:pathLst>
                <a:path w="7673" h="2669" extrusionOk="0">
                  <a:moveTo>
                    <a:pt x="1389" y="0"/>
                  </a:moveTo>
                  <a:cubicBezTo>
                    <a:pt x="676" y="0"/>
                    <a:pt x="201" y="134"/>
                    <a:pt x="134" y="401"/>
                  </a:cubicBezTo>
                  <a:cubicBezTo>
                    <a:pt x="0" y="934"/>
                    <a:pt x="1535" y="1735"/>
                    <a:pt x="3603" y="2269"/>
                  </a:cubicBezTo>
                  <a:cubicBezTo>
                    <a:pt x="4620" y="2536"/>
                    <a:pt x="5571" y="2669"/>
                    <a:pt x="6284" y="2669"/>
                  </a:cubicBezTo>
                  <a:cubicBezTo>
                    <a:pt x="6997" y="2669"/>
                    <a:pt x="7472" y="2536"/>
                    <a:pt x="7539" y="2269"/>
                  </a:cubicBezTo>
                  <a:cubicBezTo>
                    <a:pt x="7673" y="1735"/>
                    <a:pt x="6138" y="934"/>
                    <a:pt x="4070" y="401"/>
                  </a:cubicBezTo>
                  <a:cubicBezTo>
                    <a:pt x="3053" y="134"/>
                    <a:pt x="2102" y="0"/>
                    <a:pt x="1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2"/>
            <p:cNvSpPr/>
            <p:nvPr/>
          </p:nvSpPr>
          <p:spPr>
            <a:xfrm flipH="1">
              <a:off x="5303907" y="4360727"/>
              <a:ext cx="180738" cy="52875"/>
            </a:xfrm>
            <a:custGeom>
              <a:avLst/>
              <a:gdLst/>
              <a:ahLst/>
              <a:cxnLst/>
              <a:rect l="l" t="t" r="r" b="b"/>
              <a:pathLst>
                <a:path w="6539" h="1913" extrusionOk="0">
                  <a:moveTo>
                    <a:pt x="800" y="0"/>
                  </a:moveTo>
                  <a:cubicBezTo>
                    <a:pt x="337" y="0"/>
                    <a:pt x="43" y="70"/>
                    <a:pt x="0" y="211"/>
                  </a:cubicBezTo>
                  <a:cubicBezTo>
                    <a:pt x="0" y="245"/>
                    <a:pt x="0" y="278"/>
                    <a:pt x="0" y="311"/>
                  </a:cubicBezTo>
                  <a:cubicBezTo>
                    <a:pt x="107" y="217"/>
                    <a:pt x="351" y="173"/>
                    <a:pt x="695" y="173"/>
                  </a:cubicBezTo>
                  <a:cubicBezTo>
                    <a:pt x="1322" y="173"/>
                    <a:pt x="2281" y="320"/>
                    <a:pt x="3336" y="578"/>
                  </a:cubicBezTo>
                  <a:cubicBezTo>
                    <a:pt x="4937" y="979"/>
                    <a:pt x="6238" y="1546"/>
                    <a:pt x="6405" y="1913"/>
                  </a:cubicBezTo>
                  <a:cubicBezTo>
                    <a:pt x="6438" y="1913"/>
                    <a:pt x="6438" y="1879"/>
                    <a:pt x="6438" y="1846"/>
                  </a:cubicBezTo>
                  <a:cubicBezTo>
                    <a:pt x="6538" y="1479"/>
                    <a:pt x="5204" y="845"/>
                    <a:pt x="3403" y="378"/>
                  </a:cubicBezTo>
                  <a:cubicBezTo>
                    <a:pt x="2365" y="129"/>
                    <a:pt x="1428" y="0"/>
                    <a:pt x="80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2"/>
            <p:cNvSpPr/>
            <p:nvPr/>
          </p:nvSpPr>
          <p:spPr>
            <a:xfrm flipH="1">
              <a:off x="5303907" y="4360727"/>
              <a:ext cx="180738" cy="52875"/>
            </a:xfrm>
            <a:custGeom>
              <a:avLst/>
              <a:gdLst/>
              <a:ahLst/>
              <a:cxnLst/>
              <a:rect l="l" t="t" r="r" b="b"/>
              <a:pathLst>
                <a:path w="6539" h="1913" extrusionOk="0">
                  <a:moveTo>
                    <a:pt x="800" y="0"/>
                  </a:moveTo>
                  <a:cubicBezTo>
                    <a:pt x="337" y="0"/>
                    <a:pt x="43" y="70"/>
                    <a:pt x="0" y="211"/>
                  </a:cubicBezTo>
                  <a:cubicBezTo>
                    <a:pt x="0" y="245"/>
                    <a:pt x="0" y="278"/>
                    <a:pt x="0" y="311"/>
                  </a:cubicBezTo>
                  <a:cubicBezTo>
                    <a:pt x="107" y="217"/>
                    <a:pt x="351" y="173"/>
                    <a:pt x="695" y="173"/>
                  </a:cubicBezTo>
                  <a:cubicBezTo>
                    <a:pt x="1322" y="173"/>
                    <a:pt x="2281" y="320"/>
                    <a:pt x="3336" y="578"/>
                  </a:cubicBezTo>
                  <a:cubicBezTo>
                    <a:pt x="4937" y="979"/>
                    <a:pt x="6238" y="1546"/>
                    <a:pt x="6405" y="1913"/>
                  </a:cubicBezTo>
                  <a:cubicBezTo>
                    <a:pt x="6438" y="1913"/>
                    <a:pt x="6438" y="1879"/>
                    <a:pt x="6438" y="1846"/>
                  </a:cubicBezTo>
                  <a:cubicBezTo>
                    <a:pt x="6538" y="1479"/>
                    <a:pt x="5204" y="845"/>
                    <a:pt x="3403" y="378"/>
                  </a:cubicBezTo>
                  <a:cubicBezTo>
                    <a:pt x="2365" y="129"/>
                    <a:pt x="1428" y="0"/>
                    <a:pt x="80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2"/>
            <p:cNvSpPr/>
            <p:nvPr/>
          </p:nvSpPr>
          <p:spPr>
            <a:xfrm flipH="1">
              <a:off x="5307610" y="4365895"/>
              <a:ext cx="177034" cy="51825"/>
            </a:xfrm>
            <a:custGeom>
              <a:avLst/>
              <a:gdLst/>
              <a:ahLst/>
              <a:cxnLst/>
              <a:rect l="l" t="t" r="r" b="b"/>
              <a:pathLst>
                <a:path w="6405" h="1875" extrusionOk="0">
                  <a:moveTo>
                    <a:pt x="701" y="0"/>
                  </a:moveTo>
                  <a:cubicBezTo>
                    <a:pt x="354" y="0"/>
                    <a:pt x="107" y="41"/>
                    <a:pt x="0" y="124"/>
                  </a:cubicBezTo>
                  <a:cubicBezTo>
                    <a:pt x="134" y="491"/>
                    <a:pt x="1435" y="1092"/>
                    <a:pt x="3069" y="1492"/>
                  </a:cubicBezTo>
                  <a:cubicBezTo>
                    <a:pt x="4067" y="1742"/>
                    <a:pt x="4988" y="1875"/>
                    <a:pt x="5620" y="1875"/>
                  </a:cubicBezTo>
                  <a:cubicBezTo>
                    <a:pt x="6002" y="1875"/>
                    <a:pt x="6279" y="1826"/>
                    <a:pt x="6405" y="1726"/>
                  </a:cubicBezTo>
                  <a:cubicBezTo>
                    <a:pt x="6238" y="1359"/>
                    <a:pt x="4937" y="792"/>
                    <a:pt x="3336" y="391"/>
                  </a:cubicBezTo>
                  <a:cubicBezTo>
                    <a:pt x="2284" y="134"/>
                    <a:pt x="1329" y="0"/>
                    <a:pt x="70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2"/>
            <p:cNvSpPr/>
            <p:nvPr/>
          </p:nvSpPr>
          <p:spPr>
            <a:xfrm flipH="1">
              <a:off x="5200643" y="4466590"/>
              <a:ext cx="213021" cy="54202"/>
            </a:xfrm>
            <a:custGeom>
              <a:avLst/>
              <a:gdLst/>
              <a:ahLst/>
              <a:cxnLst/>
              <a:rect l="l" t="t" r="r" b="b"/>
              <a:pathLst>
                <a:path w="7707" h="1961" extrusionOk="0">
                  <a:moveTo>
                    <a:pt x="4498" y="1"/>
                  </a:moveTo>
                  <a:cubicBezTo>
                    <a:pt x="4273" y="1"/>
                    <a:pt x="4041" y="6"/>
                    <a:pt x="3803" y="17"/>
                  </a:cubicBezTo>
                  <a:cubicBezTo>
                    <a:pt x="1702" y="117"/>
                    <a:pt x="1" y="618"/>
                    <a:pt x="34" y="1152"/>
                  </a:cubicBezTo>
                  <a:cubicBezTo>
                    <a:pt x="65" y="1640"/>
                    <a:pt x="1491" y="1961"/>
                    <a:pt x="3368" y="1961"/>
                  </a:cubicBezTo>
                  <a:cubicBezTo>
                    <a:pt x="3543" y="1961"/>
                    <a:pt x="3722" y="1958"/>
                    <a:pt x="3904" y="1952"/>
                  </a:cubicBezTo>
                  <a:cubicBezTo>
                    <a:pt x="6005" y="1852"/>
                    <a:pt x="7706" y="1352"/>
                    <a:pt x="7673" y="818"/>
                  </a:cubicBezTo>
                  <a:cubicBezTo>
                    <a:pt x="7673" y="344"/>
                    <a:pt x="6302" y="1"/>
                    <a:pt x="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2"/>
            <p:cNvSpPr/>
            <p:nvPr/>
          </p:nvSpPr>
          <p:spPr>
            <a:xfrm flipH="1">
              <a:off x="5201582" y="4462443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7673" y="1"/>
                  </a:moveTo>
                  <a:lnTo>
                    <a:pt x="0" y="334"/>
                  </a:lnTo>
                  <a:lnTo>
                    <a:pt x="67" y="1302"/>
                  </a:lnTo>
                  <a:lnTo>
                    <a:pt x="7706" y="968"/>
                  </a:lnTo>
                  <a:lnTo>
                    <a:pt x="76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2"/>
            <p:cNvSpPr/>
            <p:nvPr/>
          </p:nvSpPr>
          <p:spPr>
            <a:xfrm flipH="1">
              <a:off x="5201582" y="4439861"/>
              <a:ext cx="212994" cy="54423"/>
            </a:xfrm>
            <a:custGeom>
              <a:avLst/>
              <a:gdLst/>
              <a:ahLst/>
              <a:cxnLst/>
              <a:rect l="l" t="t" r="r" b="b"/>
              <a:pathLst>
                <a:path w="7706" h="1969" extrusionOk="0">
                  <a:moveTo>
                    <a:pt x="4497" y="1"/>
                  </a:moveTo>
                  <a:cubicBezTo>
                    <a:pt x="4272" y="1"/>
                    <a:pt x="4040" y="6"/>
                    <a:pt x="3803" y="17"/>
                  </a:cubicBezTo>
                  <a:cubicBezTo>
                    <a:pt x="1702" y="117"/>
                    <a:pt x="0" y="617"/>
                    <a:pt x="34" y="1151"/>
                  </a:cubicBezTo>
                  <a:cubicBezTo>
                    <a:pt x="34" y="1626"/>
                    <a:pt x="1404" y="1968"/>
                    <a:pt x="3208" y="1968"/>
                  </a:cubicBezTo>
                  <a:cubicBezTo>
                    <a:pt x="3434" y="1968"/>
                    <a:pt x="3666" y="1963"/>
                    <a:pt x="3903" y="1952"/>
                  </a:cubicBezTo>
                  <a:cubicBezTo>
                    <a:pt x="6005" y="1852"/>
                    <a:pt x="7706" y="1351"/>
                    <a:pt x="7673" y="818"/>
                  </a:cubicBezTo>
                  <a:cubicBezTo>
                    <a:pt x="7643" y="343"/>
                    <a:pt x="6295" y="1"/>
                    <a:pt x="4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2"/>
            <p:cNvSpPr/>
            <p:nvPr/>
          </p:nvSpPr>
          <p:spPr>
            <a:xfrm flipH="1">
              <a:off x="5215402" y="4447960"/>
              <a:ext cx="185354" cy="25567"/>
            </a:xfrm>
            <a:custGeom>
              <a:avLst/>
              <a:gdLst/>
              <a:ahLst/>
              <a:cxnLst/>
              <a:rect l="l" t="t" r="r" b="b"/>
              <a:pathLst>
                <a:path w="6706" h="925" extrusionOk="0">
                  <a:moveTo>
                    <a:pt x="4156" y="1"/>
                  </a:moveTo>
                  <a:cubicBezTo>
                    <a:pt x="3883" y="1"/>
                    <a:pt x="3597" y="8"/>
                    <a:pt x="3303" y="24"/>
                  </a:cubicBezTo>
                  <a:cubicBezTo>
                    <a:pt x="1468" y="91"/>
                    <a:pt x="1" y="458"/>
                    <a:pt x="1" y="825"/>
                  </a:cubicBezTo>
                  <a:cubicBezTo>
                    <a:pt x="1" y="858"/>
                    <a:pt x="1" y="892"/>
                    <a:pt x="34" y="925"/>
                  </a:cubicBezTo>
                  <a:cubicBezTo>
                    <a:pt x="268" y="591"/>
                    <a:pt x="1669" y="291"/>
                    <a:pt x="3336" y="191"/>
                  </a:cubicBezTo>
                  <a:cubicBezTo>
                    <a:pt x="3554" y="182"/>
                    <a:pt x="3767" y="178"/>
                    <a:pt x="3973" y="178"/>
                  </a:cubicBezTo>
                  <a:cubicBezTo>
                    <a:pt x="5350" y="178"/>
                    <a:pt x="6440" y="364"/>
                    <a:pt x="6672" y="625"/>
                  </a:cubicBezTo>
                  <a:cubicBezTo>
                    <a:pt x="6672" y="591"/>
                    <a:pt x="6706" y="558"/>
                    <a:pt x="6706" y="525"/>
                  </a:cubicBezTo>
                  <a:cubicBezTo>
                    <a:pt x="6706" y="215"/>
                    <a:pt x="5616" y="1"/>
                    <a:pt x="4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2"/>
            <p:cNvSpPr/>
            <p:nvPr/>
          </p:nvSpPr>
          <p:spPr>
            <a:xfrm flipH="1">
              <a:off x="5265185" y="4192120"/>
              <a:ext cx="359624" cy="315704"/>
            </a:xfrm>
            <a:custGeom>
              <a:avLst/>
              <a:gdLst/>
              <a:ahLst/>
              <a:cxnLst/>
              <a:rect l="l" t="t" r="r" b="b"/>
              <a:pathLst>
                <a:path w="13011" h="11422" extrusionOk="0">
                  <a:moveTo>
                    <a:pt x="6511" y="1"/>
                  </a:moveTo>
                  <a:cubicBezTo>
                    <a:pt x="4654" y="1"/>
                    <a:pt x="2834" y="907"/>
                    <a:pt x="1736" y="2575"/>
                  </a:cubicBezTo>
                  <a:cubicBezTo>
                    <a:pt x="1" y="5211"/>
                    <a:pt x="735" y="8747"/>
                    <a:pt x="3370" y="10481"/>
                  </a:cubicBezTo>
                  <a:cubicBezTo>
                    <a:pt x="4337" y="11117"/>
                    <a:pt x="5429" y="11421"/>
                    <a:pt x="6510" y="11421"/>
                  </a:cubicBezTo>
                  <a:cubicBezTo>
                    <a:pt x="8377" y="11421"/>
                    <a:pt x="10211" y="10515"/>
                    <a:pt x="11309" y="8847"/>
                  </a:cubicBezTo>
                  <a:cubicBezTo>
                    <a:pt x="13010" y="6211"/>
                    <a:pt x="12276" y="2642"/>
                    <a:pt x="9641" y="941"/>
                  </a:cubicBezTo>
                  <a:cubicBezTo>
                    <a:pt x="8675" y="305"/>
                    <a:pt x="7587" y="1"/>
                    <a:pt x="6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2"/>
            <p:cNvSpPr/>
            <p:nvPr/>
          </p:nvSpPr>
          <p:spPr>
            <a:xfrm flipH="1">
              <a:off x="5254128" y="4204779"/>
              <a:ext cx="339613" cy="316312"/>
            </a:xfrm>
            <a:custGeom>
              <a:avLst/>
              <a:gdLst/>
              <a:ahLst/>
              <a:cxnLst/>
              <a:rect l="l" t="t" r="r" b="b"/>
              <a:pathLst>
                <a:path w="12287" h="11444" extrusionOk="0">
                  <a:moveTo>
                    <a:pt x="5962" y="0"/>
                  </a:moveTo>
                  <a:cubicBezTo>
                    <a:pt x="2900" y="0"/>
                    <a:pt x="0" y="2492"/>
                    <a:pt x="211" y="6054"/>
                  </a:cubicBezTo>
                  <a:cubicBezTo>
                    <a:pt x="407" y="9358"/>
                    <a:pt x="3138" y="11443"/>
                    <a:pt x="5959" y="11443"/>
                  </a:cubicBezTo>
                  <a:cubicBezTo>
                    <a:pt x="7466" y="11443"/>
                    <a:pt x="9000" y="10847"/>
                    <a:pt x="10185" y="9523"/>
                  </a:cubicBezTo>
                  <a:cubicBezTo>
                    <a:pt x="12287" y="7154"/>
                    <a:pt x="12053" y="3552"/>
                    <a:pt x="9718" y="1450"/>
                  </a:cubicBezTo>
                  <a:cubicBezTo>
                    <a:pt x="8586" y="448"/>
                    <a:pt x="7260" y="0"/>
                    <a:pt x="59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2"/>
            <p:cNvSpPr/>
            <p:nvPr/>
          </p:nvSpPr>
          <p:spPr>
            <a:xfrm flipH="1">
              <a:off x="5355538" y="4288198"/>
              <a:ext cx="157686" cy="148454"/>
            </a:xfrm>
            <a:custGeom>
              <a:avLst/>
              <a:gdLst/>
              <a:ahLst/>
              <a:cxnLst/>
              <a:rect l="l" t="t" r="r" b="b"/>
              <a:pathLst>
                <a:path w="5705" h="5371" extrusionOk="0">
                  <a:moveTo>
                    <a:pt x="3341" y="1136"/>
                  </a:moveTo>
                  <a:cubicBezTo>
                    <a:pt x="3464" y="1136"/>
                    <a:pt x="3607" y="1179"/>
                    <a:pt x="3770" y="1268"/>
                  </a:cubicBezTo>
                  <a:lnTo>
                    <a:pt x="3069" y="2035"/>
                  </a:lnTo>
                  <a:cubicBezTo>
                    <a:pt x="2902" y="1835"/>
                    <a:pt x="2869" y="1568"/>
                    <a:pt x="2969" y="1334"/>
                  </a:cubicBezTo>
                  <a:cubicBezTo>
                    <a:pt x="3062" y="1204"/>
                    <a:pt x="3186" y="1136"/>
                    <a:pt x="3341" y="1136"/>
                  </a:cubicBezTo>
                  <a:close/>
                  <a:moveTo>
                    <a:pt x="2769" y="3402"/>
                  </a:moveTo>
                  <a:cubicBezTo>
                    <a:pt x="2902" y="3569"/>
                    <a:pt x="2936" y="3836"/>
                    <a:pt x="2836" y="4036"/>
                  </a:cubicBezTo>
                  <a:cubicBezTo>
                    <a:pt x="2763" y="4163"/>
                    <a:pt x="2652" y="4221"/>
                    <a:pt x="2512" y="4221"/>
                  </a:cubicBezTo>
                  <a:cubicBezTo>
                    <a:pt x="2393" y="4221"/>
                    <a:pt x="2254" y="4179"/>
                    <a:pt x="2102" y="4103"/>
                  </a:cubicBezTo>
                  <a:lnTo>
                    <a:pt x="2769" y="3402"/>
                  </a:lnTo>
                  <a:close/>
                  <a:moveTo>
                    <a:pt x="4970" y="0"/>
                  </a:moveTo>
                  <a:lnTo>
                    <a:pt x="4437" y="567"/>
                  </a:lnTo>
                  <a:cubicBezTo>
                    <a:pt x="3980" y="236"/>
                    <a:pt x="3538" y="69"/>
                    <a:pt x="3146" y="69"/>
                  </a:cubicBezTo>
                  <a:cubicBezTo>
                    <a:pt x="2708" y="69"/>
                    <a:pt x="2332" y="278"/>
                    <a:pt x="2068" y="701"/>
                  </a:cubicBezTo>
                  <a:cubicBezTo>
                    <a:pt x="1601" y="1434"/>
                    <a:pt x="2002" y="2168"/>
                    <a:pt x="2402" y="2769"/>
                  </a:cubicBezTo>
                  <a:lnTo>
                    <a:pt x="1568" y="3636"/>
                  </a:lnTo>
                  <a:cubicBezTo>
                    <a:pt x="1201" y="3269"/>
                    <a:pt x="968" y="2802"/>
                    <a:pt x="834" y="2302"/>
                  </a:cubicBezTo>
                  <a:lnTo>
                    <a:pt x="0" y="2769"/>
                  </a:lnTo>
                  <a:cubicBezTo>
                    <a:pt x="167" y="3336"/>
                    <a:pt x="501" y="3869"/>
                    <a:pt x="901" y="4303"/>
                  </a:cubicBezTo>
                  <a:lnTo>
                    <a:pt x="367" y="4904"/>
                  </a:lnTo>
                  <a:lnTo>
                    <a:pt x="901" y="5371"/>
                  </a:lnTo>
                  <a:lnTo>
                    <a:pt x="1435" y="4804"/>
                  </a:lnTo>
                  <a:cubicBezTo>
                    <a:pt x="1871" y="5131"/>
                    <a:pt x="2308" y="5298"/>
                    <a:pt x="2700" y="5298"/>
                  </a:cubicBezTo>
                  <a:cubicBezTo>
                    <a:pt x="3147" y="5298"/>
                    <a:pt x="3536" y="5081"/>
                    <a:pt x="3803" y="4637"/>
                  </a:cubicBezTo>
                  <a:cubicBezTo>
                    <a:pt x="4237" y="3936"/>
                    <a:pt x="3836" y="3236"/>
                    <a:pt x="3469" y="2635"/>
                  </a:cubicBezTo>
                  <a:lnTo>
                    <a:pt x="4337" y="1735"/>
                  </a:lnTo>
                  <a:cubicBezTo>
                    <a:pt x="4603" y="2001"/>
                    <a:pt x="4804" y="2368"/>
                    <a:pt x="4937" y="2735"/>
                  </a:cubicBezTo>
                  <a:lnTo>
                    <a:pt x="5704" y="2268"/>
                  </a:lnTo>
                  <a:cubicBezTo>
                    <a:pt x="5537" y="1835"/>
                    <a:pt x="5304" y="1401"/>
                    <a:pt x="4970" y="1067"/>
                  </a:cubicBezTo>
                  <a:lnTo>
                    <a:pt x="5504" y="500"/>
                  </a:lnTo>
                  <a:lnTo>
                    <a:pt x="49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2"/>
            <p:cNvSpPr/>
            <p:nvPr/>
          </p:nvSpPr>
          <p:spPr>
            <a:xfrm flipH="1">
              <a:off x="7172811" y="4481350"/>
              <a:ext cx="213021" cy="54202"/>
            </a:xfrm>
            <a:custGeom>
              <a:avLst/>
              <a:gdLst/>
              <a:ahLst/>
              <a:cxnLst/>
              <a:rect l="l" t="t" r="r" b="b"/>
              <a:pathLst>
                <a:path w="7707" h="1961" extrusionOk="0">
                  <a:moveTo>
                    <a:pt x="3210" y="1"/>
                  </a:moveTo>
                  <a:cubicBezTo>
                    <a:pt x="1411" y="1"/>
                    <a:pt x="64" y="343"/>
                    <a:pt x="34" y="818"/>
                  </a:cubicBezTo>
                  <a:cubicBezTo>
                    <a:pt x="1" y="1351"/>
                    <a:pt x="1702" y="1852"/>
                    <a:pt x="3804" y="1952"/>
                  </a:cubicBezTo>
                  <a:cubicBezTo>
                    <a:pt x="3985" y="1957"/>
                    <a:pt x="4164" y="1960"/>
                    <a:pt x="4339" y="1960"/>
                  </a:cubicBezTo>
                  <a:cubicBezTo>
                    <a:pt x="6221" y="1960"/>
                    <a:pt x="7673" y="1639"/>
                    <a:pt x="7673" y="1151"/>
                  </a:cubicBezTo>
                  <a:cubicBezTo>
                    <a:pt x="7706" y="618"/>
                    <a:pt x="6005" y="84"/>
                    <a:pt x="3904" y="17"/>
                  </a:cubicBezTo>
                  <a:cubicBezTo>
                    <a:pt x="3666" y="6"/>
                    <a:pt x="3435" y="1"/>
                    <a:pt x="3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2"/>
            <p:cNvSpPr/>
            <p:nvPr/>
          </p:nvSpPr>
          <p:spPr>
            <a:xfrm flipH="1">
              <a:off x="7172811" y="4477203"/>
              <a:ext cx="212082" cy="35987"/>
            </a:xfrm>
            <a:custGeom>
              <a:avLst/>
              <a:gdLst/>
              <a:ahLst/>
              <a:cxnLst/>
              <a:rect l="l" t="t" r="r" b="b"/>
              <a:pathLst>
                <a:path w="7673" h="1302" extrusionOk="0">
                  <a:moveTo>
                    <a:pt x="34" y="0"/>
                  </a:moveTo>
                  <a:lnTo>
                    <a:pt x="0" y="968"/>
                  </a:lnTo>
                  <a:lnTo>
                    <a:pt x="7639" y="1301"/>
                  </a:lnTo>
                  <a:lnTo>
                    <a:pt x="7672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2"/>
            <p:cNvSpPr/>
            <p:nvPr/>
          </p:nvSpPr>
          <p:spPr>
            <a:xfrm flipH="1">
              <a:off x="7171899" y="4454621"/>
              <a:ext cx="212994" cy="54396"/>
            </a:xfrm>
            <a:custGeom>
              <a:avLst/>
              <a:gdLst/>
              <a:ahLst/>
              <a:cxnLst/>
              <a:rect l="l" t="t" r="r" b="b"/>
              <a:pathLst>
                <a:path w="7706" h="1968" extrusionOk="0">
                  <a:moveTo>
                    <a:pt x="3209" y="0"/>
                  </a:moveTo>
                  <a:cubicBezTo>
                    <a:pt x="1411" y="0"/>
                    <a:pt x="63" y="343"/>
                    <a:pt x="34" y="817"/>
                  </a:cubicBezTo>
                  <a:cubicBezTo>
                    <a:pt x="0" y="1351"/>
                    <a:pt x="1701" y="1851"/>
                    <a:pt x="3836" y="1951"/>
                  </a:cubicBezTo>
                  <a:cubicBezTo>
                    <a:pt x="4070" y="1963"/>
                    <a:pt x="4299" y="1968"/>
                    <a:pt x="4521" y="1968"/>
                  </a:cubicBezTo>
                  <a:cubicBezTo>
                    <a:pt x="6302" y="1968"/>
                    <a:pt x="7672" y="1625"/>
                    <a:pt x="7672" y="1151"/>
                  </a:cubicBezTo>
                  <a:cubicBezTo>
                    <a:pt x="7706" y="584"/>
                    <a:pt x="6004" y="83"/>
                    <a:pt x="3903" y="17"/>
                  </a:cubicBezTo>
                  <a:cubicBezTo>
                    <a:pt x="3666" y="6"/>
                    <a:pt x="3434" y="0"/>
                    <a:pt x="3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2"/>
            <p:cNvSpPr/>
            <p:nvPr/>
          </p:nvSpPr>
          <p:spPr>
            <a:xfrm flipH="1">
              <a:off x="7185719" y="4462084"/>
              <a:ext cx="184442" cy="25291"/>
            </a:xfrm>
            <a:custGeom>
              <a:avLst/>
              <a:gdLst/>
              <a:ahLst/>
              <a:cxnLst/>
              <a:rect l="l" t="t" r="r" b="b"/>
              <a:pathLst>
                <a:path w="6673" h="915" extrusionOk="0">
                  <a:moveTo>
                    <a:pt x="2682" y="1"/>
                  </a:moveTo>
                  <a:cubicBezTo>
                    <a:pt x="1167" y="1"/>
                    <a:pt x="1" y="194"/>
                    <a:pt x="1" y="514"/>
                  </a:cubicBezTo>
                  <a:cubicBezTo>
                    <a:pt x="1" y="547"/>
                    <a:pt x="1" y="581"/>
                    <a:pt x="34" y="614"/>
                  </a:cubicBezTo>
                  <a:cubicBezTo>
                    <a:pt x="226" y="367"/>
                    <a:pt x="1232" y="188"/>
                    <a:pt x="2511" y="188"/>
                  </a:cubicBezTo>
                  <a:cubicBezTo>
                    <a:pt x="2786" y="188"/>
                    <a:pt x="3075" y="196"/>
                    <a:pt x="3370" y="214"/>
                  </a:cubicBezTo>
                  <a:cubicBezTo>
                    <a:pt x="5038" y="280"/>
                    <a:pt x="6405" y="581"/>
                    <a:pt x="6639" y="914"/>
                  </a:cubicBezTo>
                  <a:cubicBezTo>
                    <a:pt x="6672" y="881"/>
                    <a:pt x="6672" y="848"/>
                    <a:pt x="6672" y="814"/>
                  </a:cubicBezTo>
                  <a:cubicBezTo>
                    <a:pt x="6672" y="447"/>
                    <a:pt x="5205" y="80"/>
                    <a:pt x="3370" y="14"/>
                  </a:cubicBezTo>
                  <a:cubicBezTo>
                    <a:pt x="3135" y="5"/>
                    <a:pt x="2905" y="1"/>
                    <a:pt x="2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2"/>
            <p:cNvSpPr/>
            <p:nvPr/>
          </p:nvSpPr>
          <p:spPr>
            <a:xfrm flipH="1">
              <a:off x="7194951" y="4440773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75" y="1"/>
                  </a:moveTo>
                  <a:cubicBezTo>
                    <a:pt x="1371" y="1"/>
                    <a:pt x="1" y="344"/>
                    <a:pt x="1" y="818"/>
                  </a:cubicBezTo>
                  <a:cubicBezTo>
                    <a:pt x="1" y="1352"/>
                    <a:pt x="1668" y="1852"/>
                    <a:pt x="3770" y="1952"/>
                  </a:cubicBezTo>
                  <a:cubicBezTo>
                    <a:pt x="3952" y="1958"/>
                    <a:pt x="4130" y="1961"/>
                    <a:pt x="4305" y="1961"/>
                  </a:cubicBezTo>
                  <a:cubicBezTo>
                    <a:pt x="6182" y="1961"/>
                    <a:pt x="7609" y="1640"/>
                    <a:pt x="7639" y="1152"/>
                  </a:cubicBezTo>
                  <a:cubicBezTo>
                    <a:pt x="7673" y="618"/>
                    <a:pt x="5972" y="84"/>
                    <a:pt x="3870" y="17"/>
                  </a:cubicBezTo>
                  <a:cubicBezTo>
                    <a:pt x="3633" y="6"/>
                    <a:pt x="3401" y="1"/>
                    <a:pt x="3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2"/>
            <p:cNvSpPr/>
            <p:nvPr/>
          </p:nvSpPr>
          <p:spPr>
            <a:xfrm flipH="1">
              <a:off x="7194951" y="4435715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67" y="0"/>
                  </a:moveTo>
                  <a:lnTo>
                    <a:pt x="0" y="1001"/>
                  </a:lnTo>
                  <a:lnTo>
                    <a:pt x="7672" y="1301"/>
                  </a:lnTo>
                  <a:lnTo>
                    <a:pt x="7706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2"/>
            <p:cNvSpPr/>
            <p:nvPr/>
          </p:nvSpPr>
          <p:spPr>
            <a:xfrm flipH="1">
              <a:off x="7193099" y="4414045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75" y="1"/>
                  </a:moveTo>
                  <a:cubicBezTo>
                    <a:pt x="1371" y="1"/>
                    <a:pt x="0" y="343"/>
                    <a:pt x="0" y="818"/>
                  </a:cubicBezTo>
                  <a:cubicBezTo>
                    <a:pt x="0" y="1351"/>
                    <a:pt x="1668" y="1852"/>
                    <a:pt x="3770" y="1952"/>
                  </a:cubicBezTo>
                  <a:cubicBezTo>
                    <a:pt x="4007" y="1963"/>
                    <a:pt x="4239" y="1968"/>
                    <a:pt x="4464" y="1968"/>
                  </a:cubicBezTo>
                  <a:cubicBezTo>
                    <a:pt x="6262" y="1968"/>
                    <a:pt x="7609" y="1626"/>
                    <a:pt x="7639" y="1151"/>
                  </a:cubicBezTo>
                  <a:cubicBezTo>
                    <a:pt x="7672" y="584"/>
                    <a:pt x="5971" y="84"/>
                    <a:pt x="3870" y="17"/>
                  </a:cubicBezTo>
                  <a:cubicBezTo>
                    <a:pt x="3633" y="6"/>
                    <a:pt x="3400" y="1"/>
                    <a:pt x="3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2"/>
            <p:cNvSpPr/>
            <p:nvPr/>
          </p:nvSpPr>
          <p:spPr>
            <a:xfrm flipH="1">
              <a:off x="7207859" y="4421536"/>
              <a:ext cx="184414" cy="25263"/>
            </a:xfrm>
            <a:custGeom>
              <a:avLst/>
              <a:gdLst/>
              <a:ahLst/>
              <a:cxnLst/>
              <a:rect l="l" t="t" r="r" b="b"/>
              <a:pathLst>
                <a:path w="6672" h="914" extrusionOk="0">
                  <a:moveTo>
                    <a:pt x="2682" y="0"/>
                  </a:moveTo>
                  <a:cubicBezTo>
                    <a:pt x="1167" y="0"/>
                    <a:pt x="0" y="193"/>
                    <a:pt x="0" y="513"/>
                  </a:cubicBezTo>
                  <a:cubicBezTo>
                    <a:pt x="0" y="547"/>
                    <a:pt x="0" y="580"/>
                    <a:pt x="34" y="613"/>
                  </a:cubicBezTo>
                  <a:cubicBezTo>
                    <a:pt x="226" y="366"/>
                    <a:pt x="1231" y="187"/>
                    <a:pt x="2510" y="187"/>
                  </a:cubicBezTo>
                  <a:cubicBezTo>
                    <a:pt x="2786" y="187"/>
                    <a:pt x="3074" y="195"/>
                    <a:pt x="3369" y="213"/>
                  </a:cubicBezTo>
                  <a:cubicBezTo>
                    <a:pt x="5037" y="280"/>
                    <a:pt x="6405" y="580"/>
                    <a:pt x="6638" y="914"/>
                  </a:cubicBezTo>
                  <a:cubicBezTo>
                    <a:pt x="6638" y="880"/>
                    <a:pt x="6672" y="847"/>
                    <a:pt x="6672" y="813"/>
                  </a:cubicBezTo>
                  <a:cubicBezTo>
                    <a:pt x="6672" y="447"/>
                    <a:pt x="5204" y="80"/>
                    <a:pt x="3369" y="13"/>
                  </a:cubicBezTo>
                  <a:cubicBezTo>
                    <a:pt x="3134" y="4"/>
                    <a:pt x="290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2"/>
            <p:cNvSpPr/>
            <p:nvPr/>
          </p:nvSpPr>
          <p:spPr>
            <a:xfrm flipH="1">
              <a:off x="7192187" y="4391343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76" y="1"/>
                  </a:moveTo>
                  <a:cubicBezTo>
                    <a:pt x="1378" y="1"/>
                    <a:pt x="30" y="344"/>
                    <a:pt x="1" y="818"/>
                  </a:cubicBezTo>
                  <a:cubicBezTo>
                    <a:pt x="1" y="1352"/>
                    <a:pt x="1669" y="1852"/>
                    <a:pt x="3770" y="1952"/>
                  </a:cubicBezTo>
                  <a:cubicBezTo>
                    <a:pt x="3952" y="1958"/>
                    <a:pt x="4131" y="1961"/>
                    <a:pt x="4306" y="1961"/>
                  </a:cubicBezTo>
                  <a:cubicBezTo>
                    <a:pt x="6188" y="1961"/>
                    <a:pt x="7639" y="1640"/>
                    <a:pt x="7639" y="1152"/>
                  </a:cubicBezTo>
                  <a:cubicBezTo>
                    <a:pt x="7673" y="618"/>
                    <a:pt x="5972" y="84"/>
                    <a:pt x="3870" y="17"/>
                  </a:cubicBezTo>
                  <a:cubicBezTo>
                    <a:pt x="3633" y="6"/>
                    <a:pt x="3401" y="1"/>
                    <a:pt x="3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2"/>
            <p:cNvSpPr/>
            <p:nvPr/>
          </p:nvSpPr>
          <p:spPr>
            <a:xfrm flipH="1">
              <a:off x="7192187" y="4386847"/>
              <a:ext cx="212082" cy="35987"/>
            </a:xfrm>
            <a:custGeom>
              <a:avLst/>
              <a:gdLst/>
              <a:ahLst/>
              <a:cxnLst/>
              <a:rect l="l" t="t" r="r" b="b"/>
              <a:pathLst>
                <a:path w="7673" h="1302" extrusionOk="0">
                  <a:moveTo>
                    <a:pt x="34" y="0"/>
                  </a:moveTo>
                  <a:lnTo>
                    <a:pt x="1" y="1001"/>
                  </a:lnTo>
                  <a:lnTo>
                    <a:pt x="7639" y="1301"/>
                  </a:lnTo>
                  <a:lnTo>
                    <a:pt x="7673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2"/>
            <p:cNvSpPr/>
            <p:nvPr/>
          </p:nvSpPr>
          <p:spPr>
            <a:xfrm flipH="1">
              <a:off x="7191247" y="4365177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84" y="1"/>
                  </a:moveTo>
                  <a:cubicBezTo>
                    <a:pt x="1404" y="1"/>
                    <a:pt x="30" y="343"/>
                    <a:pt x="0" y="818"/>
                  </a:cubicBezTo>
                  <a:cubicBezTo>
                    <a:pt x="0" y="1351"/>
                    <a:pt x="1668" y="1852"/>
                    <a:pt x="3803" y="1952"/>
                  </a:cubicBezTo>
                  <a:cubicBezTo>
                    <a:pt x="4036" y="1963"/>
                    <a:pt x="4265" y="1968"/>
                    <a:pt x="4488" y="1968"/>
                  </a:cubicBezTo>
                  <a:cubicBezTo>
                    <a:pt x="6268" y="1968"/>
                    <a:pt x="7639" y="1626"/>
                    <a:pt x="7639" y="1151"/>
                  </a:cubicBezTo>
                  <a:cubicBezTo>
                    <a:pt x="7672" y="584"/>
                    <a:pt x="5971" y="84"/>
                    <a:pt x="3869" y="17"/>
                  </a:cubicBezTo>
                  <a:cubicBezTo>
                    <a:pt x="3636" y="6"/>
                    <a:pt x="3407" y="1"/>
                    <a:pt x="31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2"/>
            <p:cNvSpPr/>
            <p:nvPr/>
          </p:nvSpPr>
          <p:spPr>
            <a:xfrm flipH="1">
              <a:off x="7205094" y="4372695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47" y="1"/>
                  </a:moveTo>
                  <a:cubicBezTo>
                    <a:pt x="1201" y="1"/>
                    <a:pt x="0" y="217"/>
                    <a:pt x="0" y="512"/>
                  </a:cubicBezTo>
                  <a:cubicBezTo>
                    <a:pt x="0" y="546"/>
                    <a:pt x="0" y="579"/>
                    <a:pt x="34" y="612"/>
                  </a:cubicBezTo>
                  <a:cubicBezTo>
                    <a:pt x="226" y="365"/>
                    <a:pt x="1231" y="186"/>
                    <a:pt x="2511" y="186"/>
                  </a:cubicBezTo>
                  <a:cubicBezTo>
                    <a:pt x="2786" y="186"/>
                    <a:pt x="3074" y="194"/>
                    <a:pt x="3369" y="212"/>
                  </a:cubicBezTo>
                  <a:cubicBezTo>
                    <a:pt x="5037" y="279"/>
                    <a:pt x="6405" y="579"/>
                    <a:pt x="6638" y="913"/>
                  </a:cubicBezTo>
                  <a:cubicBezTo>
                    <a:pt x="6672" y="879"/>
                    <a:pt x="6672" y="846"/>
                    <a:pt x="6672" y="812"/>
                  </a:cubicBezTo>
                  <a:cubicBezTo>
                    <a:pt x="6672" y="446"/>
                    <a:pt x="5204" y="79"/>
                    <a:pt x="3369" y="12"/>
                  </a:cubicBezTo>
                  <a:cubicBezTo>
                    <a:pt x="3157" y="4"/>
                    <a:pt x="2949" y="1"/>
                    <a:pt x="27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2"/>
            <p:cNvSpPr/>
            <p:nvPr/>
          </p:nvSpPr>
          <p:spPr>
            <a:xfrm flipH="1">
              <a:off x="7214299" y="4351357"/>
              <a:ext cx="212082" cy="54174"/>
            </a:xfrm>
            <a:custGeom>
              <a:avLst/>
              <a:gdLst/>
              <a:ahLst/>
              <a:cxnLst/>
              <a:rect l="l" t="t" r="r" b="b"/>
              <a:pathLst>
                <a:path w="7673" h="1960" extrusionOk="0">
                  <a:moveTo>
                    <a:pt x="3175" y="0"/>
                  </a:moveTo>
                  <a:cubicBezTo>
                    <a:pt x="1371" y="0"/>
                    <a:pt x="0" y="343"/>
                    <a:pt x="0" y="817"/>
                  </a:cubicBezTo>
                  <a:cubicBezTo>
                    <a:pt x="0" y="1351"/>
                    <a:pt x="1668" y="1851"/>
                    <a:pt x="3769" y="1951"/>
                  </a:cubicBezTo>
                  <a:cubicBezTo>
                    <a:pt x="3951" y="1957"/>
                    <a:pt x="4130" y="1960"/>
                    <a:pt x="4305" y="1960"/>
                  </a:cubicBezTo>
                  <a:cubicBezTo>
                    <a:pt x="6182" y="1960"/>
                    <a:pt x="7608" y="1639"/>
                    <a:pt x="7639" y="1151"/>
                  </a:cubicBezTo>
                  <a:cubicBezTo>
                    <a:pt x="7672" y="617"/>
                    <a:pt x="5971" y="83"/>
                    <a:pt x="3870" y="17"/>
                  </a:cubicBezTo>
                  <a:cubicBezTo>
                    <a:pt x="3632" y="6"/>
                    <a:pt x="3400" y="0"/>
                    <a:pt x="31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2"/>
            <p:cNvSpPr/>
            <p:nvPr/>
          </p:nvSpPr>
          <p:spPr>
            <a:xfrm flipH="1">
              <a:off x="7214299" y="4347183"/>
              <a:ext cx="212082" cy="35075"/>
            </a:xfrm>
            <a:custGeom>
              <a:avLst/>
              <a:gdLst/>
              <a:ahLst/>
              <a:cxnLst/>
              <a:rect l="l" t="t" r="r" b="b"/>
              <a:pathLst>
                <a:path w="7673" h="1269" extrusionOk="0">
                  <a:moveTo>
                    <a:pt x="33" y="1"/>
                  </a:moveTo>
                  <a:lnTo>
                    <a:pt x="0" y="968"/>
                  </a:lnTo>
                  <a:lnTo>
                    <a:pt x="7639" y="1268"/>
                  </a:lnTo>
                  <a:lnTo>
                    <a:pt x="7672" y="30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2"/>
            <p:cNvSpPr/>
            <p:nvPr/>
          </p:nvSpPr>
          <p:spPr>
            <a:xfrm flipH="1">
              <a:off x="7213387" y="4324601"/>
              <a:ext cx="212994" cy="54423"/>
            </a:xfrm>
            <a:custGeom>
              <a:avLst/>
              <a:gdLst/>
              <a:ahLst/>
              <a:cxnLst/>
              <a:rect l="l" t="t" r="r" b="b"/>
              <a:pathLst>
                <a:path w="7706" h="1969" extrusionOk="0">
                  <a:moveTo>
                    <a:pt x="3218" y="1"/>
                  </a:moveTo>
                  <a:cubicBezTo>
                    <a:pt x="1437" y="1"/>
                    <a:pt x="63" y="344"/>
                    <a:pt x="33" y="818"/>
                  </a:cubicBezTo>
                  <a:cubicBezTo>
                    <a:pt x="0" y="1352"/>
                    <a:pt x="1701" y="1852"/>
                    <a:pt x="3803" y="1952"/>
                  </a:cubicBezTo>
                  <a:cubicBezTo>
                    <a:pt x="4040" y="1963"/>
                    <a:pt x="4272" y="1969"/>
                    <a:pt x="4498" y="1969"/>
                  </a:cubicBezTo>
                  <a:cubicBezTo>
                    <a:pt x="6302" y="1969"/>
                    <a:pt x="7672" y="1626"/>
                    <a:pt x="7672" y="1151"/>
                  </a:cubicBezTo>
                  <a:cubicBezTo>
                    <a:pt x="7706" y="618"/>
                    <a:pt x="6004" y="117"/>
                    <a:pt x="3903" y="17"/>
                  </a:cubicBezTo>
                  <a:cubicBezTo>
                    <a:pt x="3669" y="6"/>
                    <a:pt x="3440" y="1"/>
                    <a:pt x="32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2"/>
            <p:cNvSpPr/>
            <p:nvPr/>
          </p:nvSpPr>
          <p:spPr>
            <a:xfrm flipH="1">
              <a:off x="7227207" y="4332119"/>
              <a:ext cx="184442" cy="25235"/>
            </a:xfrm>
            <a:custGeom>
              <a:avLst/>
              <a:gdLst/>
              <a:ahLst/>
              <a:cxnLst/>
              <a:rect l="l" t="t" r="r" b="b"/>
              <a:pathLst>
                <a:path w="6673" h="913" extrusionOk="0">
                  <a:moveTo>
                    <a:pt x="2748" y="1"/>
                  </a:moveTo>
                  <a:cubicBezTo>
                    <a:pt x="1201" y="1"/>
                    <a:pt x="1" y="218"/>
                    <a:pt x="1" y="513"/>
                  </a:cubicBezTo>
                  <a:cubicBezTo>
                    <a:pt x="1" y="546"/>
                    <a:pt x="1" y="579"/>
                    <a:pt x="34" y="613"/>
                  </a:cubicBezTo>
                  <a:cubicBezTo>
                    <a:pt x="226" y="366"/>
                    <a:pt x="1232" y="186"/>
                    <a:pt x="2511" y="186"/>
                  </a:cubicBezTo>
                  <a:cubicBezTo>
                    <a:pt x="2786" y="186"/>
                    <a:pt x="3074" y="195"/>
                    <a:pt x="3370" y="212"/>
                  </a:cubicBezTo>
                  <a:cubicBezTo>
                    <a:pt x="5038" y="279"/>
                    <a:pt x="6405" y="579"/>
                    <a:pt x="6639" y="913"/>
                  </a:cubicBezTo>
                  <a:cubicBezTo>
                    <a:pt x="6639" y="879"/>
                    <a:pt x="6672" y="846"/>
                    <a:pt x="6672" y="813"/>
                  </a:cubicBezTo>
                  <a:cubicBezTo>
                    <a:pt x="6672" y="446"/>
                    <a:pt x="5205" y="79"/>
                    <a:pt x="3370" y="12"/>
                  </a:cubicBezTo>
                  <a:cubicBezTo>
                    <a:pt x="3158" y="4"/>
                    <a:pt x="2950" y="1"/>
                    <a:pt x="2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2"/>
            <p:cNvSpPr/>
            <p:nvPr/>
          </p:nvSpPr>
          <p:spPr>
            <a:xfrm flipH="1">
              <a:off x="7180191" y="4316530"/>
              <a:ext cx="213021" cy="54893"/>
            </a:xfrm>
            <a:custGeom>
              <a:avLst/>
              <a:gdLst/>
              <a:ahLst/>
              <a:cxnLst/>
              <a:rect l="l" t="t" r="r" b="b"/>
              <a:pathLst>
                <a:path w="7707" h="1986" extrusionOk="0">
                  <a:moveTo>
                    <a:pt x="3344" y="1"/>
                  </a:moveTo>
                  <a:cubicBezTo>
                    <a:pt x="1487" y="1"/>
                    <a:pt x="34" y="324"/>
                    <a:pt x="34" y="843"/>
                  </a:cubicBezTo>
                  <a:cubicBezTo>
                    <a:pt x="1" y="1377"/>
                    <a:pt x="1702" y="1877"/>
                    <a:pt x="3804" y="1977"/>
                  </a:cubicBezTo>
                  <a:cubicBezTo>
                    <a:pt x="3972" y="1982"/>
                    <a:pt x="4138" y="1985"/>
                    <a:pt x="4300" y="1985"/>
                  </a:cubicBezTo>
                  <a:cubicBezTo>
                    <a:pt x="6196" y="1985"/>
                    <a:pt x="7642" y="1635"/>
                    <a:pt x="7673" y="1143"/>
                  </a:cubicBezTo>
                  <a:cubicBezTo>
                    <a:pt x="7706" y="610"/>
                    <a:pt x="6005" y="109"/>
                    <a:pt x="3870" y="9"/>
                  </a:cubicBezTo>
                  <a:cubicBezTo>
                    <a:pt x="3692" y="3"/>
                    <a:pt x="3516" y="1"/>
                    <a:pt x="3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2"/>
            <p:cNvSpPr/>
            <p:nvPr/>
          </p:nvSpPr>
          <p:spPr>
            <a:xfrm flipH="1">
              <a:off x="7180191" y="4312162"/>
              <a:ext cx="213021" cy="35987"/>
            </a:xfrm>
            <a:custGeom>
              <a:avLst/>
              <a:gdLst/>
              <a:ahLst/>
              <a:cxnLst/>
              <a:rect l="l" t="t" r="r" b="b"/>
              <a:pathLst>
                <a:path w="7707" h="1302" extrusionOk="0">
                  <a:moveTo>
                    <a:pt x="68" y="0"/>
                  </a:moveTo>
                  <a:lnTo>
                    <a:pt x="1" y="968"/>
                  </a:lnTo>
                  <a:lnTo>
                    <a:pt x="7673" y="1301"/>
                  </a:lnTo>
                  <a:lnTo>
                    <a:pt x="7706" y="3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2"/>
            <p:cNvSpPr/>
            <p:nvPr/>
          </p:nvSpPr>
          <p:spPr>
            <a:xfrm flipH="1">
              <a:off x="7179279" y="4289801"/>
              <a:ext cx="212994" cy="54865"/>
            </a:xfrm>
            <a:custGeom>
              <a:avLst/>
              <a:gdLst/>
              <a:ahLst/>
              <a:cxnLst/>
              <a:rect l="l" t="t" r="r" b="b"/>
              <a:pathLst>
                <a:path w="7706" h="1985" extrusionOk="0">
                  <a:moveTo>
                    <a:pt x="3406" y="1"/>
                  </a:moveTo>
                  <a:cubicBezTo>
                    <a:pt x="1506" y="1"/>
                    <a:pt x="34" y="351"/>
                    <a:pt x="34" y="843"/>
                  </a:cubicBezTo>
                  <a:cubicBezTo>
                    <a:pt x="0" y="1376"/>
                    <a:pt x="1702" y="1877"/>
                    <a:pt x="3803" y="1977"/>
                  </a:cubicBezTo>
                  <a:cubicBezTo>
                    <a:pt x="3971" y="1982"/>
                    <a:pt x="4137" y="1985"/>
                    <a:pt x="4299" y="1985"/>
                  </a:cubicBezTo>
                  <a:cubicBezTo>
                    <a:pt x="6196" y="1985"/>
                    <a:pt x="7642" y="1635"/>
                    <a:pt x="7672" y="1143"/>
                  </a:cubicBezTo>
                  <a:cubicBezTo>
                    <a:pt x="7706" y="609"/>
                    <a:pt x="6005" y="109"/>
                    <a:pt x="3903" y="9"/>
                  </a:cubicBezTo>
                  <a:cubicBezTo>
                    <a:pt x="3735" y="4"/>
                    <a:pt x="3569" y="1"/>
                    <a:pt x="3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2"/>
            <p:cNvSpPr/>
            <p:nvPr/>
          </p:nvSpPr>
          <p:spPr>
            <a:xfrm flipH="1">
              <a:off x="7193099" y="4297983"/>
              <a:ext cx="185354" cy="25263"/>
            </a:xfrm>
            <a:custGeom>
              <a:avLst/>
              <a:gdLst/>
              <a:ahLst/>
              <a:cxnLst/>
              <a:rect l="l" t="t" r="r" b="b"/>
              <a:pathLst>
                <a:path w="6706" h="914" extrusionOk="0">
                  <a:moveTo>
                    <a:pt x="2711" y="0"/>
                  </a:moveTo>
                  <a:cubicBezTo>
                    <a:pt x="1177" y="0"/>
                    <a:pt x="30" y="197"/>
                    <a:pt x="1" y="547"/>
                  </a:cubicBezTo>
                  <a:cubicBezTo>
                    <a:pt x="1" y="580"/>
                    <a:pt x="34" y="613"/>
                    <a:pt x="34" y="613"/>
                  </a:cubicBezTo>
                  <a:cubicBezTo>
                    <a:pt x="254" y="366"/>
                    <a:pt x="1241" y="187"/>
                    <a:pt x="2513" y="187"/>
                  </a:cubicBezTo>
                  <a:cubicBezTo>
                    <a:pt x="2787" y="187"/>
                    <a:pt x="3074" y="195"/>
                    <a:pt x="3370" y="213"/>
                  </a:cubicBezTo>
                  <a:cubicBezTo>
                    <a:pt x="5038" y="280"/>
                    <a:pt x="6439" y="580"/>
                    <a:pt x="6672" y="914"/>
                  </a:cubicBezTo>
                  <a:cubicBezTo>
                    <a:pt x="6672" y="880"/>
                    <a:pt x="6705" y="847"/>
                    <a:pt x="6705" y="814"/>
                  </a:cubicBezTo>
                  <a:cubicBezTo>
                    <a:pt x="6705" y="480"/>
                    <a:pt x="5238" y="113"/>
                    <a:pt x="3403" y="13"/>
                  </a:cubicBezTo>
                  <a:cubicBezTo>
                    <a:pt x="3166" y="5"/>
                    <a:pt x="2934" y="0"/>
                    <a:pt x="27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2"/>
            <p:cNvSpPr/>
            <p:nvPr/>
          </p:nvSpPr>
          <p:spPr>
            <a:xfrm flipH="1">
              <a:off x="7333236" y="4438811"/>
              <a:ext cx="212082" cy="73439"/>
            </a:xfrm>
            <a:custGeom>
              <a:avLst/>
              <a:gdLst/>
              <a:ahLst/>
              <a:cxnLst/>
              <a:rect l="l" t="t" r="r" b="b"/>
              <a:pathLst>
                <a:path w="7673" h="2657" extrusionOk="0">
                  <a:moveTo>
                    <a:pt x="6278" y="1"/>
                  </a:moveTo>
                  <a:cubicBezTo>
                    <a:pt x="5565" y="1"/>
                    <a:pt x="4620" y="126"/>
                    <a:pt x="3603" y="389"/>
                  </a:cubicBezTo>
                  <a:cubicBezTo>
                    <a:pt x="1568" y="922"/>
                    <a:pt x="0" y="1756"/>
                    <a:pt x="133" y="2257"/>
                  </a:cubicBezTo>
                  <a:cubicBezTo>
                    <a:pt x="200" y="2523"/>
                    <a:pt x="676" y="2657"/>
                    <a:pt x="1389" y="2657"/>
                  </a:cubicBezTo>
                  <a:cubicBezTo>
                    <a:pt x="2102" y="2657"/>
                    <a:pt x="3052" y="2523"/>
                    <a:pt x="4070" y="2257"/>
                  </a:cubicBezTo>
                  <a:cubicBezTo>
                    <a:pt x="6138" y="1756"/>
                    <a:pt x="7672" y="922"/>
                    <a:pt x="7572" y="389"/>
                  </a:cubicBezTo>
                  <a:cubicBezTo>
                    <a:pt x="7504" y="134"/>
                    <a:pt x="7015" y="1"/>
                    <a:pt x="6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2"/>
            <p:cNvSpPr/>
            <p:nvPr/>
          </p:nvSpPr>
          <p:spPr>
            <a:xfrm flipH="1">
              <a:off x="7336000" y="4423719"/>
              <a:ext cx="212109" cy="77475"/>
            </a:xfrm>
            <a:custGeom>
              <a:avLst/>
              <a:gdLst/>
              <a:ahLst/>
              <a:cxnLst/>
              <a:rect l="l" t="t" r="r" b="b"/>
              <a:pathLst>
                <a:path w="7674" h="2803" extrusionOk="0">
                  <a:moveTo>
                    <a:pt x="7406" y="1"/>
                  </a:moveTo>
                  <a:lnTo>
                    <a:pt x="1" y="1869"/>
                  </a:lnTo>
                  <a:lnTo>
                    <a:pt x="234" y="2803"/>
                  </a:lnTo>
                  <a:lnTo>
                    <a:pt x="7673" y="935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2"/>
            <p:cNvSpPr/>
            <p:nvPr/>
          </p:nvSpPr>
          <p:spPr>
            <a:xfrm flipH="1">
              <a:off x="7339703" y="4412995"/>
              <a:ext cx="212082" cy="73439"/>
            </a:xfrm>
            <a:custGeom>
              <a:avLst/>
              <a:gdLst/>
              <a:ahLst/>
              <a:cxnLst/>
              <a:rect l="l" t="t" r="r" b="b"/>
              <a:pathLst>
                <a:path w="7673" h="2657" extrusionOk="0">
                  <a:moveTo>
                    <a:pt x="6262" y="1"/>
                  </a:moveTo>
                  <a:cubicBezTo>
                    <a:pt x="5557" y="1"/>
                    <a:pt x="4621" y="126"/>
                    <a:pt x="3603" y="389"/>
                  </a:cubicBezTo>
                  <a:cubicBezTo>
                    <a:pt x="1568" y="922"/>
                    <a:pt x="1" y="1756"/>
                    <a:pt x="134" y="2257"/>
                  </a:cubicBezTo>
                  <a:cubicBezTo>
                    <a:pt x="201" y="2523"/>
                    <a:pt x="676" y="2657"/>
                    <a:pt x="1389" y="2657"/>
                  </a:cubicBezTo>
                  <a:cubicBezTo>
                    <a:pt x="2102" y="2657"/>
                    <a:pt x="3053" y="2523"/>
                    <a:pt x="4070" y="2257"/>
                  </a:cubicBezTo>
                  <a:cubicBezTo>
                    <a:pt x="6138" y="1723"/>
                    <a:pt x="7673" y="922"/>
                    <a:pt x="7539" y="389"/>
                  </a:cubicBezTo>
                  <a:cubicBezTo>
                    <a:pt x="7471" y="134"/>
                    <a:pt x="6990" y="1"/>
                    <a:pt x="62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2"/>
            <p:cNvSpPr/>
            <p:nvPr/>
          </p:nvSpPr>
          <p:spPr>
            <a:xfrm flipH="1">
              <a:off x="7356287" y="4419988"/>
              <a:ext cx="181678" cy="53539"/>
            </a:xfrm>
            <a:custGeom>
              <a:avLst/>
              <a:gdLst/>
              <a:ahLst/>
              <a:cxnLst/>
              <a:rect l="l" t="t" r="r" b="b"/>
              <a:pathLst>
                <a:path w="6573" h="1937" extrusionOk="0">
                  <a:moveTo>
                    <a:pt x="5734" y="0"/>
                  </a:moveTo>
                  <a:cubicBezTo>
                    <a:pt x="5103" y="0"/>
                    <a:pt x="4163" y="136"/>
                    <a:pt x="3136" y="402"/>
                  </a:cubicBezTo>
                  <a:cubicBezTo>
                    <a:pt x="1369" y="836"/>
                    <a:pt x="1" y="1503"/>
                    <a:pt x="101" y="1870"/>
                  </a:cubicBezTo>
                  <a:cubicBezTo>
                    <a:pt x="101" y="1870"/>
                    <a:pt x="134" y="1904"/>
                    <a:pt x="134" y="1937"/>
                  </a:cubicBezTo>
                  <a:cubicBezTo>
                    <a:pt x="301" y="1570"/>
                    <a:pt x="1602" y="1003"/>
                    <a:pt x="3203" y="569"/>
                  </a:cubicBezTo>
                  <a:cubicBezTo>
                    <a:pt x="4222" y="320"/>
                    <a:pt x="5151" y="187"/>
                    <a:pt x="5778" y="187"/>
                  </a:cubicBezTo>
                  <a:cubicBezTo>
                    <a:pt x="6157" y="187"/>
                    <a:pt x="6426" y="235"/>
                    <a:pt x="6539" y="336"/>
                  </a:cubicBezTo>
                  <a:cubicBezTo>
                    <a:pt x="6572" y="302"/>
                    <a:pt x="6572" y="269"/>
                    <a:pt x="6539" y="236"/>
                  </a:cubicBezTo>
                  <a:cubicBezTo>
                    <a:pt x="6510" y="78"/>
                    <a:pt x="6210" y="0"/>
                    <a:pt x="5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2"/>
            <p:cNvSpPr/>
            <p:nvPr/>
          </p:nvSpPr>
          <p:spPr>
            <a:xfrm flipH="1">
              <a:off x="7428208" y="4481350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85" y="1"/>
                  </a:moveTo>
                  <a:cubicBezTo>
                    <a:pt x="1404" y="1"/>
                    <a:pt x="30" y="343"/>
                    <a:pt x="0" y="818"/>
                  </a:cubicBezTo>
                  <a:cubicBezTo>
                    <a:pt x="0" y="1351"/>
                    <a:pt x="1668" y="1852"/>
                    <a:pt x="3803" y="1952"/>
                  </a:cubicBezTo>
                  <a:cubicBezTo>
                    <a:pt x="3982" y="1957"/>
                    <a:pt x="4158" y="1960"/>
                    <a:pt x="4331" y="1960"/>
                  </a:cubicBezTo>
                  <a:cubicBezTo>
                    <a:pt x="6188" y="1960"/>
                    <a:pt x="7642" y="1639"/>
                    <a:pt x="7672" y="1151"/>
                  </a:cubicBezTo>
                  <a:cubicBezTo>
                    <a:pt x="7672" y="618"/>
                    <a:pt x="6005" y="84"/>
                    <a:pt x="3870" y="17"/>
                  </a:cubicBezTo>
                  <a:cubicBezTo>
                    <a:pt x="3636" y="6"/>
                    <a:pt x="3407" y="1"/>
                    <a:pt x="3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2"/>
            <p:cNvSpPr/>
            <p:nvPr/>
          </p:nvSpPr>
          <p:spPr>
            <a:xfrm flipH="1">
              <a:off x="7427296" y="4477203"/>
              <a:ext cx="212994" cy="35048"/>
            </a:xfrm>
            <a:custGeom>
              <a:avLst/>
              <a:gdLst/>
              <a:ahLst/>
              <a:cxnLst/>
              <a:rect l="l" t="t" r="r" b="b"/>
              <a:pathLst>
                <a:path w="7706" h="1268" extrusionOk="0">
                  <a:moveTo>
                    <a:pt x="34" y="0"/>
                  </a:moveTo>
                  <a:lnTo>
                    <a:pt x="0" y="968"/>
                  </a:lnTo>
                  <a:lnTo>
                    <a:pt x="7672" y="1268"/>
                  </a:lnTo>
                  <a:lnTo>
                    <a:pt x="7706" y="30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2"/>
            <p:cNvSpPr/>
            <p:nvPr/>
          </p:nvSpPr>
          <p:spPr>
            <a:xfrm flipH="1">
              <a:off x="7426356" y="4454621"/>
              <a:ext cx="213021" cy="54396"/>
            </a:xfrm>
            <a:custGeom>
              <a:avLst/>
              <a:gdLst/>
              <a:ahLst/>
              <a:cxnLst/>
              <a:rect l="l" t="t" r="r" b="b"/>
              <a:pathLst>
                <a:path w="7707" h="1968" extrusionOk="0">
                  <a:moveTo>
                    <a:pt x="3208" y="0"/>
                  </a:moveTo>
                  <a:cubicBezTo>
                    <a:pt x="1404" y="0"/>
                    <a:pt x="34" y="343"/>
                    <a:pt x="34" y="817"/>
                  </a:cubicBezTo>
                  <a:cubicBezTo>
                    <a:pt x="1" y="1351"/>
                    <a:pt x="1702" y="1851"/>
                    <a:pt x="3803" y="1951"/>
                  </a:cubicBezTo>
                  <a:cubicBezTo>
                    <a:pt x="4041" y="1963"/>
                    <a:pt x="4272" y="1968"/>
                    <a:pt x="4497" y="1968"/>
                  </a:cubicBezTo>
                  <a:cubicBezTo>
                    <a:pt x="6296" y="1968"/>
                    <a:pt x="7643" y="1625"/>
                    <a:pt x="7673" y="1151"/>
                  </a:cubicBezTo>
                  <a:cubicBezTo>
                    <a:pt x="7706" y="584"/>
                    <a:pt x="6005" y="83"/>
                    <a:pt x="3903" y="17"/>
                  </a:cubicBezTo>
                  <a:cubicBezTo>
                    <a:pt x="3666" y="6"/>
                    <a:pt x="3434" y="0"/>
                    <a:pt x="3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2"/>
            <p:cNvSpPr/>
            <p:nvPr/>
          </p:nvSpPr>
          <p:spPr>
            <a:xfrm flipH="1">
              <a:off x="7440204" y="4462084"/>
              <a:ext cx="185354" cy="25291"/>
            </a:xfrm>
            <a:custGeom>
              <a:avLst/>
              <a:gdLst/>
              <a:ahLst/>
              <a:cxnLst/>
              <a:rect l="l" t="t" r="r" b="b"/>
              <a:pathLst>
                <a:path w="6706" h="915" extrusionOk="0">
                  <a:moveTo>
                    <a:pt x="2706" y="1"/>
                  </a:moveTo>
                  <a:cubicBezTo>
                    <a:pt x="1175" y="1"/>
                    <a:pt x="30" y="194"/>
                    <a:pt x="1" y="514"/>
                  </a:cubicBezTo>
                  <a:cubicBezTo>
                    <a:pt x="1" y="547"/>
                    <a:pt x="34" y="581"/>
                    <a:pt x="34" y="614"/>
                  </a:cubicBezTo>
                  <a:cubicBezTo>
                    <a:pt x="254" y="367"/>
                    <a:pt x="1241" y="188"/>
                    <a:pt x="2514" y="188"/>
                  </a:cubicBezTo>
                  <a:cubicBezTo>
                    <a:pt x="2788" y="188"/>
                    <a:pt x="3075" y="196"/>
                    <a:pt x="3370" y="214"/>
                  </a:cubicBezTo>
                  <a:cubicBezTo>
                    <a:pt x="5038" y="280"/>
                    <a:pt x="6439" y="581"/>
                    <a:pt x="6672" y="914"/>
                  </a:cubicBezTo>
                  <a:cubicBezTo>
                    <a:pt x="6672" y="881"/>
                    <a:pt x="6706" y="848"/>
                    <a:pt x="6706" y="814"/>
                  </a:cubicBezTo>
                  <a:cubicBezTo>
                    <a:pt x="6706" y="447"/>
                    <a:pt x="5238" y="80"/>
                    <a:pt x="3403" y="14"/>
                  </a:cubicBezTo>
                  <a:cubicBezTo>
                    <a:pt x="3164" y="5"/>
                    <a:pt x="2931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2"/>
            <p:cNvSpPr/>
            <p:nvPr/>
          </p:nvSpPr>
          <p:spPr>
            <a:xfrm flipH="1">
              <a:off x="6329171" y="4479498"/>
              <a:ext cx="219462" cy="55335"/>
            </a:xfrm>
            <a:custGeom>
              <a:avLst/>
              <a:gdLst/>
              <a:ahLst/>
              <a:cxnLst/>
              <a:rect l="l" t="t" r="r" b="b"/>
              <a:pathLst>
                <a:path w="7940" h="2002" extrusionOk="0">
                  <a:moveTo>
                    <a:pt x="3300" y="1"/>
                  </a:moveTo>
                  <a:cubicBezTo>
                    <a:pt x="1465" y="1"/>
                    <a:pt x="63" y="347"/>
                    <a:pt x="33" y="851"/>
                  </a:cubicBezTo>
                  <a:cubicBezTo>
                    <a:pt x="0" y="1385"/>
                    <a:pt x="1768" y="1919"/>
                    <a:pt x="3936" y="1985"/>
                  </a:cubicBezTo>
                  <a:cubicBezTo>
                    <a:pt x="4176" y="1997"/>
                    <a:pt x="4411" y="2002"/>
                    <a:pt x="4639" y="2002"/>
                  </a:cubicBezTo>
                  <a:cubicBezTo>
                    <a:pt x="6474" y="2002"/>
                    <a:pt x="7876" y="1656"/>
                    <a:pt x="7906" y="1152"/>
                  </a:cubicBezTo>
                  <a:cubicBezTo>
                    <a:pt x="7939" y="618"/>
                    <a:pt x="6205" y="84"/>
                    <a:pt x="4003" y="17"/>
                  </a:cubicBezTo>
                  <a:cubicBezTo>
                    <a:pt x="3763" y="6"/>
                    <a:pt x="3528" y="1"/>
                    <a:pt x="3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2"/>
            <p:cNvSpPr/>
            <p:nvPr/>
          </p:nvSpPr>
          <p:spPr>
            <a:xfrm flipH="1">
              <a:off x="6329171" y="4474439"/>
              <a:ext cx="218549" cy="36899"/>
            </a:xfrm>
            <a:custGeom>
              <a:avLst/>
              <a:gdLst/>
              <a:ahLst/>
              <a:cxnLst/>
              <a:rect l="l" t="t" r="r" b="b"/>
              <a:pathLst>
                <a:path w="7907" h="1335" extrusionOk="0">
                  <a:moveTo>
                    <a:pt x="34" y="0"/>
                  </a:moveTo>
                  <a:lnTo>
                    <a:pt x="0" y="1001"/>
                  </a:lnTo>
                  <a:lnTo>
                    <a:pt x="7873" y="1335"/>
                  </a:lnTo>
                  <a:lnTo>
                    <a:pt x="7906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2"/>
            <p:cNvSpPr/>
            <p:nvPr/>
          </p:nvSpPr>
          <p:spPr>
            <a:xfrm flipH="1">
              <a:off x="6328259" y="4451857"/>
              <a:ext cx="218549" cy="55999"/>
            </a:xfrm>
            <a:custGeom>
              <a:avLst/>
              <a:gdLst/>
              <a:ahLst/>
              <a:cxnLst/>
              <a:rect l="l" t="t" r="r" b="b"/>
              <a:pathLst>
                <a:path w="7907" h="2026" extrusionOk="0">
                  <a:moveTo>
                    <a:pt x="3291" y="0"/>
                  </a:moveTo>
                  <a:cubicBezTo>
                    <a:pt x="1433" y="0"/>
                    <a:pt x="34" y="346"/>
                    <a:pt x="34" y="851"/>
                  </a:cubicBezTo>
                  <a:cubicBezTo>
                    <a:pt x="1" y="1384"/>
                    <a:pt x="1735" y="1918"/>
                    <a:pt x="3904" y="2018"/>
                  </a:cubicBezTo>
                  <a:cubicBezTo>
                    <a:pt x="4075" y="2023"/>
                    <a:pt x="4243" y="2026"/>
                    <a:pt x="4409" y="2026"/>
                  </a:cubicBezTo>
                  <a:cubicBezTo>
                    <a:pt x="6345" y="2026"/>
                    <a:pt x="7873" y="1676"/>
                    <a:pt x="7873" y="1184"/>
                  </a:cubicBezTo>
                  <a:cubicBezTo>
                    <a:pt x="7906" y="617"/>
                    <a:pt x="6172" y="117"/>
                    <a:pt x="4004" y="17"/>
                  </a:cubicBezTo>
                  <a:cubicBezTo>
                    <a:pt x="3760" y="6"/>
                    <a:pt x="3522" y="0"/>
                    <a:pt x="3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2"/>
            <p:cNvSpPr/>
            <p:nvPr/>
          </p:nvSpPr>
          <p:spPr>
            <a:xfrm flipH="1">
              <a:off x="6343019" y="4459099"/>
              <a:ext cx="189030" cy="26424"/>
            </a:xfrm>
            <a:custGeom>
              <a:avLst/>
              <a:gdLst/>
              <a:ahLst/>
              <a:cxnLst/>
              <a:rect l="l" t="t" r="r" b="b"/>
              <a:pathLst>
                <a:path w="6839" h="956" extrusionOk="0">
                  <a:moveTo>
                    <a:pt x="2642" y="0"/>
                  </a:moveTo>
                  <a:cubicBezTo>
                    <a:pt x="1125" y="0"/>
                    <a:pt x="1" y="241"/>
                    <a:pt x="1" y="555"/>
                  </a:cubicBezTo>
                  <a:cubicBezTo>
                    <a:pt x="1" y="589"/>
                    <a:pt x="1" y="622"/>
                    <a:pt x="1" y="655"/>
                  </a:cubicBezTo>
                  <a:cubicBezTo>
                    <a:pt x="228" y="370"/>
                    <a:pt x="1308" y="207"/>
                    <a:pt x="2699" y="207"/>
                  </a:cubicBezTo>
                  <a:cubicBezTo>
                    <a:pt x="2937" y="207"/>
                    <a:pt x="3183" y="212"/>
                    <a:pt x="3436" y="222"/>
                  </a:cubicBezTo>
                  <a:cubicBezTo>
                    <a:pt x="5171" y="288"/>
                    <a:pt x="6572" y="589"/>
                    <a:pt x="6805" y="956"/>
                  </a:cubicBezTo>
                  <a:cubicBezTo>
                    <a:pt x="6839" y="922"/>
                    <a:pt x="6839" y="889"/>
                    <a:pt x="6839" y="855"/>
                  </a:cubicBezTo>
                  <a:cubicBezTo>
                    <a:pt x="6839" y="489"/>
                    <a:pt x="5338" y="122"/>
                    <a:pt x="3436" y="22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2"/>
            <p:cNvSpPr/>
            <p:nvPr/>
          </p:nvSpPr>
          <p:spPr>
            <a:xfrm flipH="1">
              <a:off x="6343019" y="4459099"/>
              <a:ext cx="189030" cy="26424"/>
            </a:xfrm>
            <a:custGeom>
              <a:avLst/>
              <a:gdLst/>
              <a:ahLst/>
              <a:cxnLst/>
              <a:rect l="l" t="t" r="r" b="b"/>
              <a:pathLst>
                <a:path w="6839" h="956" extrusionOk="0">
                  <a:moveTo>
                    <a:pt x="2642" y="0"/>
                  </a:moveTo>
                  <a:cubicBezTo>
                    <a:pt x="1125" y="0"/>
                    <a:pt x="1" y="241"/>
                    <a:pt x="1" y="555"/>
                  </a:cubicBezTo>
                  <a:cubicBezTo>
                    <a:pt x="1" y="589"/>
                    <a:pt x="1" y="622"/>
                    <a:pt x="1" y="655"/>
                  </a:cubicBezTo>
                  <a:cubicBezTo>
                    <a:pt x="228" y="370"/>
                    <a:pt x="1308" y="207"/>
                    <a:pt x="2699" y="207"/>
                  </a:cubicBezTo>
                  <a:cubicBezTo>
                    <a:pt x="2937" y="207"/>
                    <a:pt x="3183" y="212"/>
                    <a:pt x="3436" y="222"/>
                  </a:cubicBezTo>
                  <a:cubicBezTo>
                    <a:pt x="5171" y="288"/>
                    <a:pt x="6572" y="589"/>
                    <a:pt x="6805" y="956"/>
                  </a:cubicBezTo>
                  <a:cubicBezTo>
                    <a:pt x="6839" y="922"/>
                    <a:pt x="6839" y="889"/>
                    <a:pt x="6839" y="855"/>
                  </a:cubicBezTo>
                  <a:cubicBezTo>
                    <a:pt x="6839" y="489"/>
                    <a:pt x="5338" y="122"/>
                    <a:pt x="3436" y="22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2"/>
            <p:cNvSpPr/>
            <p:nvPr/>
          </p:nvSpPr>
          <p:spPr>
            <a:xfrm flipH="1">
              <a:off x="6343931" y="4464821"/>
              <a:ext cx="188118" cy="33085"/>
            </a:xfrm>
            <a:custGeom>
              <a:avLst/>
              <a:gdLst/>
              <a:ahLst/>
              <a:cxnLst/>
              <a:rect l="l" t="t" r="r" b="b"/>
              <a:pathLst>
                <a:path w="6806" h="1197" extrusionOk="0">
                  <a:moveTo>
                    <a:pt x="2699" y="0"/>
                  </a:moveTo>
                  <a:cubicBezTo>
                    <a:pt x="1308" y="0"/>
                    <a:pt x="228" y="163"/>
                    <a:pt x="1" y="448"/>
                  </a:cubicBezTo>
                  <a:cubicBezTo>
                    <a:pt x="267" y="782"/>
                    <a:pt x="1668" y="1115"/>
                    <a:pt x="3403" y="1182"/>
                  </a:cubicBezTo>
                  <a:cubicBezTo>
                    <a:pt x="3651" y="1192"/>
                    <a:pt x="3894" y="1197"/>
                    <a:pt x="4128" y="1197"/>
                  </a:cubicBezTo>
                  <a:cubicBezTo>
                    <a:pt x="5498" y="1197"/>
                    <a:pt x="6577" y="1033"/>
                    <a:pt x="6805" y="749"/>
                  </a:cubicBezTo>
                  <a:cubicBezTo>
                    <a:pt x="6572" y="382"/>
                    <a:pt x="5171" y="81"/>
                    <a:pt x="3436" y="15"/>
                  </a:cubicBezTo>
                  <a:cubicBezTo>
                    <a:pt x="3183" y="5"/>
                    <a:pt x="2937" y="0"/>
                    <a:pt x="26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2"/>
            <p:cNvSpPr/>
            <p:nvPr/>
          </p:nvSpPr>
          <p:spPr>
            <a:xfrm flipH="1">
              <a:off x="6352224" y="4437125"/>
              <a:ext cx="218549" cy="56220"/>
            </a:xfrm>
            <a:custGeom>
              <a:avLst/>
              <a:gdLst/>
              <a:ahLst/>
              <a:cxnLst/>
              <a:rect l="l" t="t" r="r" b="b"/>
              <a:pathLst>
                <a:path w="7907" h="2034" extrusionOk="0">
                  <a:moveTo>
                    <a:pt x="3341" y="1"/>
                  </a:moveTo>
                  <a:cubicBezTo>
                    <a:pt x="1480" y="1"/>
                    <a:pt x="30" y="372"/>
                    <a:pt x="1" y="850"/>
                  </a:cubicBezTo>
                  <a:cubicBezTo>
                    <a:pt x="1" y="1417"/>
                    <a:pt x="1735" y="1917"/>
                    <a:pt x="3903" y="2017"/>
                  </a:cubicBezTo>
                  <a:cubicBezTo>
                    <a:pt x="4143" y="2028"/>
                    <a:pt x="4379" y="2034"/>
                    <a:pt x="4608" y="2034"/>
                  </a:cubicBezTo>
                  <a:cubicBezTo>
                    <a:pt x="6448" y="2034"/>
                    <a:pt x="7873" y="1688"/>
                    <a:pt x="7873" y="1183"/>
                  </a:cubicBezTo>
                  <a:cubicBezTo>
                    <a:pt x="7906" y="650"/>
                    <a:pt x="6172" y="116"/>
                    <a:pt x="4003" y="16"/>
                  </a:cubicBezTo>
                  <a:cubicBezTo>
                    <a:pt x="3778" y="6"/>
                    <a:pt x="3557" y="1"/>
                    <a:pt x="3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2"/>
            <p:cNvSpPr/>
            <p:nvPr/>
          </p:nvSpPr>
          <p:spPr>
            <a:xfrm flipH="1">
              <a:off x="6351311" y="4432951"/>
              <a:ext cx="219462" cy="36899"/>
            </a:xfrm>
            <a:custGeom>
              <a:avLst/>
              <a:gdLst/>
              <a:ahLst/>
              <a:cxnLst/>
              <a:rect l="l" t="t" r="r" b="b"/>
              <a:pathLst>
                <a:path w="7940" h="1335" extrusionOk="0">
                  <a:moveTo>
                    <a:pt x="67" y="0"/>
                  </a:moveTo>
                  <a:lnTo>
                    <a:pt x="1" y="1001"/>
                  </a:lnTo>
                  <a:lnTo>
                    <a:pt x="7873" y="1334"/>
                  </a:lnTo>
                  <a:lnTo>
                    <a:pt x="7940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2"/>
            <p:cNvSpPr/>
            <p:nvPr/>
          </p:nvSpPr>
          <p:spPr>
            <a:xfrm flipH="1">
              <a:off x="6351311" y="4409678"/>
              <a:ext cx="218549" cy="56026"/>
            </a:xfrm>
            <a:custGeom>
              <a:avLst/>
              <a:gdLst/>
              <a:ahLst/>
              <a:cxnLst/>
              <a:rect l="l" t="t" r="r" b="b"/>
              <a:pathLst>
                <a:path w="7907" h="2027" extrusionOk="0">
                  <a:moveTo>
                    <a:pt x="3499" y="0"/>
                  </a:moveTo>
                  <a:cubicBezTo>
                    <a:pt x="1563" y="0"/>
                    <a:pt x="34" y="351"/>
                    <a:pt x="34" y="842"/>
                  </a:cubicBezTo>
                  <a:cubicBezTo>
                    <a:pt x="1" y="1409"/>
                    <a:pt x="1735" y="1943"/>
                    <a:pt x="3904" y="2010"/>
                  </a:cubicBezTo>
                  <a:cubicBezTo>
                    <a:pt x="4144" y="2021"/>
                    <a:pt x="4379" y="2026"/>
                    <a:pt x="4608" y="2026"/>
                  </a:cubicBezTo>
                  <a:cubicBezTo>
                    <a:pt x="6449" y="2026"/>
                    <a:pt x="7877" y="1680"/>
                    <a:pt x="7907" y="1176"/>
                  </a:cubicBezTo>
                  <a:cubicBezTo>
                    <a:pt x="7907" y="642"/>
                    <a:pt x="6172" y="108"/>
                    <a:pt x="4004" y="8"/>
                  </a:cubicBezTo>
                  <a:cubicBezTo>
                    <a:pt x="3833" y="3"/>
                    <a:pt x="3664" y="0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2"/>
            <p:cNvSpPr/>
            <p:nvPr/>
          </p:nvSpPr>
          <p:spPr>
            <a:xfrm flipH="1">
              <a:off x="6365131" y="4417611"/>
              <a:ext cx="189970" cy="26424"/>
            </a:xfrm>
            <a:custGeom>
              <a:avLst/>
              <a:gdLst/>
              <a:ahLst/>
              <a:cxnLst/>
              <a:rect l="l" t="t" r="r" b="b"/>
              <a:pathLst>
                <a:path w="6873" h="956" extrusionOk="0">
                  <a:moveTo>
                    <a:pt x="2652" y="0"/>
                  </a:moveTo>
                  <a:cubicBezTo>
                    <a:pt x="1150" y="0"/>
                    <a:pt x="1" y="241"/>
                    <a:pt x="1" y="555"/>
                  </a:cubicBezTo>
                  <a:cubicBezTo>
                    <a:pt x="1" y="589"/>
                    <a:pt x="1" y="622"/>
                    <a:pt x="34" y="655"/>
                  </a:cubicBezTo>
                  <a:cubicBezTo>
                    <a:pt x="262" y="370"/>
                    <a:pt x="1342" y="207"/>
                    <a:pt x="2712" y="207"/>
                  </a:cubicBezTo>
                  <a:cubicBezTo>
                    <a:pt x="2946" y="207"/>
                    <a:pt x="3188" y="212"/>
                    <a:pt x="3436" y="222"/>
                  </a:cubicBezTo>
                  <a:cubicBezTo>
                    <a:pt x="5171" y="288"/>
                    <a:pt x="6572" y="589"/>
                    <a:pt x="6805" y="955"/>
                  </a:cubicBezTo>
                  <a:cubicBezTo>
                    <a:pt x="6839" y="922"/>
                    <a:pt x="6872" y="889"/>
                    <a:pt x="6872" y="855"/>
                  </a:cubicBezTo>
                  <a:cubicBezTo>
                    <a:pt x="6872" y="488"/>
                    <a:pt x="5338" y="88"/>
                    <a:pt x="3436" y="21"/>
                  </a:cubicBezTo>
                  <a:cubicBezTo>
                    <a:pt x="3168" y="7"/>
                    <a:pt x="2905" y="0"/>
                    <a:pt x="26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2"/>
            <p:cNvSpPr/>
            <p:nvPr/>
          </p:nvSpPr>
          <p:spPr>
            <a:xfrm flipH="1">
              <a:off x="6302443" y="4402519"/>
              <a:ext cx="219462" cy="36899"/>
            </a:xfrm>
            <a:custGeom>
              <a:avLst/>
              <a:gdLst/>
              <a:ahLst/>
              <a:cxnLst/>
              <a:rect l="l" t="t" r="r" b="b"/>
              <a:pathLst>
                <a:path w="7940" h="1335" extrusionOk="0">
                  <a:moveTo>
                    <a:pt x="67" y="0"/>
                  </a:moveTo>
                  <a:lnTo>
                    <a:pt x="0" y="1001"/>
                  </a:lnTo>
                  <a:lnTo>
                    <a:pt x="7873" y="1335"/>
                  </a:lnTo>
                  <a:lnTo>
                    <a:pt x="7939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2"/>
            <p:cNvSpPr/>
            <p:nvPr/>
          </p:nvSpPr>
          <p:spPr>
            <a:xfrm flipH="1">
              <a:off x="6301531" y="4379052"/>
              <a:ext cx="219462" cy="56220"/>
            </a:xfrm>
            <a:custGeom>
              <a:avLst/>
              <a:gdLst/>
              <a:ahLst/>
              <a:cxnLst/>
              <a:rect l="l" t="t" r="r" b="b"/>
              <a:pathLst>
                <a:path w="7940" h="2034" extrusionOk="0">
                  <a:moveTo>
                    <a:pt x="3342" y="0"/>
                  </a:moveTo>
                  <a:cubicBezTo>
                    <a:pt x="1487" y="0"/>
                    <a:pt x="64" y="371"/>
                    <a:pt x="34" y="849"/>
                  </a:cubicBezTo>
                  <a:cubicBezTo>
                    <a:pt x="1" y="1383"/>
                    <a:pt x="1735" y="1917"/>
                    <a:pt x="3904" y="2017"/>
                  </a:cubicBezTo>
                  <a:cubicBezTo>
                    <a:pt x="4147" y="2028"/>
                    <a:pt x="4385" y="2033"/>
                    <a:pt x="4617" y="2033"/>
                  </a:cubicBezTo>
                  <a:cubicBezTo>
                    <a:pt x="6475" y="2033"/>
                    <a:pt x="7877" y="1687"/>
                    <a:pt x="7906" y="1183"/>
                  </a:cubicBezTo>
                  <a:cubicBezTo>
                    <a:pt x="7940" y="616"/>
                    <a:pt x="6172" y="115"/>
                    <a:pt x="4004" y="15"/>
                  </a:cubicBezTo>
                  <a:cubicBezTo>
                    <a:pt x="3778" y="5"/>
                    <a:pt x="3557" y="0"/>
                    <a:pt x="33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2"/>
            <p:cNvSpPr/>
            <p:nvPr/>
          </p:nvSpPr>
          <p:spPr>
            <a:xfrm flipH="1">
              <a:off x="6301531" y="4379052"/>
              <a:ext cx="219462" cy="56220"/>
            </a:xfrm>
            <a:custGeom>
              <a:avLst/>
              <a:gdLst/>
              <a:ahLst/>
              <a:cxnLst/>
              <a:rect l="l" t="t" r="r" b="b"/>
              <a:pathLst>
                <a:path w="7940" h="2034" extrusionOk="0">
                  <a:moveTo>
                    <a:pt x="3342" y="0"/>
                  </a:moveTo>
                  <a:cubicBezTo>
                    <a:pt x="1487" y="0"/>
                    <a:pt x="64" y="371"/>
                    <a:pt x="34" y="849"/>
                  </a:cubicBezTo>
                  <a:cubicBezTo>
                    <a:pt x="1" y="1383"/>
                    <a:pt x="1735" y="1917"/>
                    <a:pt x="3904" y="2017"/>
                  </a:cubicBezTo>
                  <a:cubicBezTo>
                    <a:pt x="4147" y="2028"/>
                    <a:pt x="4385" y="2033"/>
                    <a:pt x="4617" y="2033"/>
                  </a:cubicBezTo>
                  <a:cubicBezTo>
                    <a:pt x="6475" y="2033"/>
                    <a:pt x="7877" y="1687"/>
                    <a:pt x="7906" y="1183"/>
                  </a:cubicBezTo>
                  <a:cubicBezTo>
                    <a:pt x="7940" y="616"/>
                    <a:pt x="6172" y="115"/>
                    <a:pt x="4004" y="15"/>
                  </a:cubicBezTo>
                  <a:cubicBezTo>
                    <a:pt x="3778" y="5"/>
                    <a:pt x="3557" y="0"/>
                    <a:pt x="3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2"/>
            <p:cNvSpPr/>
            <p:nvPr/>
          </p:nvSpPr>
          <p:spPr>
            <a:xfrm flipH="1">
              <a:off x="6317203" y="4386515"/>
              <a:ext cx="189030" cy="26175"/>
            </a:xfrm>
            <a:custGeom>
              <a:avLst/>
              <a:gdLst/>
              <a:ahLst/>
              <a:cxnLst/>
              <a:rect l="l" t="t" r="r" b="b"/>
              <a:pathLst>
                <a:path w="6839" h="947" extrusionOk="0">
                  <a:moveTo>
                    <a:pt x="2798" y="1"/>
                  </a:moveTo>
                  <a:cubicBezTo>
                    <a:pt x="1203" y="1"/>
                    <a:pt x="1" y="221"/>
                    <a:pt x="1" y="546"/>
                  </a:cubicBezTo>
                  <a:cubicBezTo>
                    <a:pt x="1" y="579"/>
                    <a:pt x="1" y="613"/>
                    <a:pt x="34" y="646"/>
                  </a:cubicBezTo>
                  <a:cubicBezTo>
                    <a:pt x="237" y="385"/>
                    <a:pt x="1348" y="200"/>
                    <a:pt x="2776" y="200"/>
                  </a:cubicBezTo>
                  <a:cubicBezTo>
                    <a:pt x="2989" y="200"/>
                    <a:pt x="3210" y="204"/>
                    <a:pt x="3436" y="212"/>
                  </a:cubicBezTo>
                  <a:cubicBezTo>
                    <a:pt x="5138" y="279"/>
                    <a:pt x="6572" y="613"/>
                    <a:pt x="6805" y="946"/>
                  </a:cubicBezTo>
                  <a:cubicBezTo>
                    <a:pt x="6839" y="913"/>
                    <a:pt x="6839" y="880"/>
                    <a:pt x="6839" y="846"/>
                  </a:cubicBezTo>
                  <a:cubicBezTo>
                    <a:pt x="6839" y="479"/>
                    <a:pt x="5338" y="112"/>
                    <a:pt x="3436" y="12"/>
                  </a:cubicBezTo>
                  <a:cubicBezTo>
                    <a:pt x="3218" y="5"/>
                    <a:pt x="3005" y="1"/>
                    <a:pt x="279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2"/>
            <p:cNvSpPr/>
            <p:nvPr/>
          </p:nvSpPr>
          <p:spPr>
            <a:xfrm flipH="1">
              <a:off x="6317203" y="4386515"/>
              <a:ext cx="189030" cy="26175"/>
            </a:xfrm>
            <a:custGeom>
              <a:avLst/>
              <a:gdLst/>
              <a:ahLst/>
              <a:cxnLst/>
              <a:rect l="l" t="t" r="r" b="b"/>
              <a:pathLst>
                <a:path w="6839" h="947" extrusionOk="0">
                  <a:moveTo>
                    <a:pt x="2798" y="1"/>
                  </a:moveTo>
                  <a:cubicBezTo>
                    <a:pt x="1203" y="1"/>
                    <a:pt x="1" y="221"/>
                    <a:pt x="1" y="546"/>
                  </a:cubicBezTo>
                  <a:cubicBezTo>
                    <a:pt x="1" y="579"/>
                    <a:pt x="1" y="613"/>
                    <a:pt x="34" y="646"/>
                  </a:cubicBezTo>
                  <a:cubicBezTo>
                    <a:pt x="237" y="385"/>
                    <a:pt x="1348" y="200"/>
                    <a:pt x="2776" y="200"/>
                  </a:cubicBezTo>
                  <a:cubicBezTo>
                    <a:pt x="2989" y="200"/>
                    <a:pt x="3210" y="204"/>
                    <a:pt x="3436" y="212"/>
                  </a:cubicBezTo>
                  <a:cubicBezTo>
                    <a:pt x="5138" y="279"/>
                    <a:pt x="6572" y="613"/>
                    <a:pt x="6805" y="946"/>
                  </a:cubicBezTo>
                  <a:cubicBezTo>
                    <a:pt x="6839" y="913"/>
                    <a:pt x="6839" y="880"/>
                    <a:pt x="6839" y="846"/>
                  </a:cubicBezTo>
                  <a:cubicBezTo>
                    <a:pt x="6839" y="479"/>
                    <a:pt x="5338" y="112"/>
                    <a:pt x="3436" y="12"/>
                  </a:cubicBezTo>
                  <a:cubicBezTo>
                    <a:pt x="3218" y="5"/>
                    <a:pt x="3005" y="1"/>
                    <a:pt x="279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2"/>
            <p:cNvSpPr/>
            <p:nvPr/>
          </p:nvSpPr>
          <p:spPr>
            <a:xfrm flipH="1">
              <a:off x="6318115" y="4392016"/>
              <a:ext cx="187206" cy="33361"/>
            </a:xfrm>
            <a:custGeom>
              <a:avLst/>
              <a:gdLst/>
              <a:ahLst/>
              <a:cxnLst/>
              <a:rect l="l" t="t" r="r" b="b"/>
              <a:pathLst>
                <a:path w="6773" h="1207" extrusionOk="0">
                  <a:moveTo>
                    <a:pt x="2759" y="1"/>
                  </a:moveTo>
                  <a:cubicBezTo>
                    <a:pt x="1351" y="1"/>
                    <a:pt x="233" y="190"/>
                    <a:pt x="1" y="480"/>
                  </a:cubicBezTo>
                  <a:cubicBezTo>
                    <a:pt x="234" y="814"/>
                    <a:pt x="1669" y="1114"/>
                    <a:pt x="3370" y="1181"/>
                  </a:cubicBezTo>
                  <a:cubicBezTo>
                    <a:pt x="3668" y="1198"/>
                    <a:pt x="3959" y="1207"/>
                    <a:pt x="4237" y="1207"/>
                  </a:cubicBezTo>
                  <a:cubicBezTo>
                    <a:pt x="5548" y="1207"/>
                    <a:pt x="6580" y="1022"/>
                    <a:pt x="6772" y="747"/>
                  </a:cubicBezTo>
                  <a:cubicBezTo>
                    <a:pt x="6572" y="414"/>
                    <a:pt x="5138" y="113"/>
                    <a:pt x="3403" y="13"/>
                  </a:cubicBezTo>
                  <a:cubicBezTo>
                    <a:pt x="3184" y="5"/>
                    <a:pt x="2968" y="1"/>
                    <a:pt x="27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2"/>
            <p:cNvSpPr/>
            <p:nvPr/>
          </p:nvSpPr>
          <p:spPr>
            <a:xfrm flipH="1">
              <a:off x="6302443" y="4365177"/>
              <a:ext cx="219462" cy="56026"/>
            </a:xfrm>
            <a:custGeom>
              <a:avLst/>
              <a:gdLst/>
              <a:ahLst/>
              <a:cxnLst/>
              <a:rect l="l" t="t" r="r" b="b"/>
              <a:pathLst>
                <a:path w="7940" h="2027" extrusionOk="0">
                  <a:moveTo>
                    <a:pt x="3300" y="1"/>
                  </a:moveTo>
                  <a:cubicBezTo>
                    <a:pt x="1465" y="1"/>
                    <a:pt x="64" y="347"/>
                    <a:pt x="34" y="851"/>
                  </a:cubicBezTo>
                  <a:cubicBezTo>
                    <a:pt x="0" y="1385"/>
                    <a:pt x="1768" y="1918"/>
                    <a:pt x="3937" y="2019"/>
                  </a:cubicBezTo>
                  <a:cubicBezTo>
                    <a:pt x="4108" y="2024"/>
                    <a:pt x="4276" y="2026"/>
                    <a:pt x="4441" y="2026"/>
                  </a:cubicBezTo>
                  <a:cubicBezTo>
                    <a:pt x="6373" y="2026"/>
                    <a:pt x="7875" y="1676"/>
                    <a:pt x="7906" y="1185"/>
                  </a:cubicBezTo>
                  <a:cubicBezTo>
                    <a:pt x="7939" y="617"/>
                    <a:pt x="6205" y="84"/>
                    <a:pt x="4003" y="17"/>
                  </a:cubicBezTo>
                  <a:cubicBezTo>
                    <a:pt x="3763" y="6"/>
                    <a:pt x="3528" y="1"/>
                    <a:pt x="3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2"/>
            <p:cNvSpPr/>
            <p:nvPr/>
          </p:nvSpPr>
          <p:spPr>
            <a:xfrm flipH="1">
              <a:off x="6301531" y="4337509"/>
              <a:ext cx="218522" cy="56026"/>
            </a:xfrm>
            <a:custGeom>
              <a:avLst/>
              <a:gdLst/>
              <a:ahLst/>
              <a:cxnLst/>
              <a:rect l="l" t="t" r="r" b="b"/>
              <a:pathLst>
                <a:path w="7906" h="2027" extrusionOk="0">
                  <a:moveTo>
                    <a:pt x="3299" y="1"/>
                  </a:moveTo>
                  <a:cubicBezTo>
                    <a:pt x="1458" y="1"/>
                    <a:pt x="34" y="347"/>
                    <a:pt x="34" y="851"/>
                  </a:cubicBezTo>
                  <a:cubicBezTo>
                    <a:pt x="0" y="1385"/>
                    <a:pt x="1735" y="1919"/>
                    <a:pt x="3903" y="2019"/>
                  </a:cubicBezTo>
                  <a:cubicBezTo>
                    <a:pt x="4074" y="2024"/>
                    <a:pt x="4243" y="2027"/>
                    <a:pt x="4408" y="2027"/>
                  </a:cubicBezTo>
                  <a:cubicBezTo>
                    <a:pt x="6344" y="2027"/>
                    <a:pt x="7872" y="1676"/>
                    <a:pt x="7872" y="1185"/>
                  </a:cubicBezTo>
                  <a:cubicBezTo>
                    <a:pt x="7906" y="618"/>
                    <a:pt x="6171" y="117"/>
                    <a:pt x="4003" y="17"/>
                  </a:cubicBezTo>
                  <a:cubicBezTo>
                    <a:pt x="3763" y="6"/>
                    <a:pt x="3528" y="1"/>
                    <a:pt x="3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2"/>
            <p:cNvSpPr/>
            <p:nvPr/>
          </p:nvSpPr>
          <p:spPr>
            <a:xfrm flipH="1">
              <a:off x="6316263" y="4344778"/>
              <a:ext cx="189058" cy="26424"/>
            </a:xfrm>
            <a:custGeom>
              <a:avLst/>
              <a:gdLst/>
              <a:ahLst/>
              <a:cxnLst/>
              <a:rect l="l" t="t" r="r" b="b"/>
              <a:pathLst>
                <a:path w="6840" h="956" extrusionOk="0">
                  <a:moveTo>
                    <a:pt x="2642" y="0"/>
                  </a:moveTo>
                  <a:cubicBezTo>
                    <a:pt x="1126" y="0"/>
                    <a:pt x="1" y="241"/>
                    <a:pt x="1" y="555"/>
                  </a:cubicBezTo>
                  <a:cubicBezTo>
                    <a:pt x="1" y="588"/>
                    <a:pt x="1" y="622"/>
                    <a:pt x="1" y="655"/>
                  </a:cubicBezTo>
                  <a:cubicBezTo>
                    <a:pt x="229" y="370"/>
                    <a:pt x="1308" y="207"/>
                    <a:pt x="2699" y="207"/>
                  </a:cubicBezTo>
                  <a:cubicBezTo>
                    <a:pt x="2937" y="207"/>
                    <a:pt x="3184" y="212"/>
                    <a:pt x="3437" y="221"/>
                  </a:cubicBezTo>
                  <a:cubicBezTo>
                    <a:pt x="5138" y="288"/>
                    <a:pt x="6572" y="622"/>
                    <a:pt x="6806" y="955"/>
                  </a:cubicBezTo>
                  <a:cubicBezTo>
                    <a:pt x="6839" y="922"/>
                    <a:pt x="6839" y="888"/>
                    <a:pt x="6839" y="855"/>
                  </a:cubicBezTo>
                  <a:cubicBezTo>
                    <a:pt x="6839" y="488"/>
                    <a:pt x="5338" y="121"/>
                    <a:pt x="3437" y="21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2"/>
            <p:cNvSpPr/>
            <p:nvPr/>
          </p:nvSpPr>
          <p:spPr>
            <a:xfrm flipH="1">
              <a:off x="6316263" y="4344778"/>
              <a:ext cx="189058" cy="26424"/>
            </a:xfrm>
            <a:custGeom>
              <a:avLst/>
              <a:gdLst/>
              <a:ahLst/>
              <a:cxnLst/>
              <a:rect l="l" t="t" r="r" b="b"/>
              <a:pathLst>
                <a:path w="6840" h="956" extrusionOk="0">
                  <a:moveTo>
                    <a:pt x="2642" y="0"/>
                  </a:moveTo>
                  <a:cubicBezTo>
                    <a:pt x="1126" y="0"/>
                    <a:pt x="1" y="241"/>
                    <a:pt x="1" y="555"/>
                  </a:cubicBezTo>
                  <a:cubicBezTo>
                    <a:pt x="1" y="588"/>
                    <a:pt x="1" y="622"/>
                    <a:pt x="1" y="655"/>
                  </a:cubicBezTo>
                  <a:cubicBezTo>
                    <a:pt x="229" y="370"/>
                    <a:pt x="1308" y="207"/>
                    <a:pt x="2699" y="207"/>
                  </a:cubicBezTo>
                  <a:cubicBezTo>
                    <a:pt x="2937" y="207"/>
                    <a:pt x="3184" y="212"/>
                    <a:pt x="3437" y="221"/>
                  </a:cubicBezTo>
                  <a:cubicBezTo>
                    <a:pt x="5138" y="288"/>
                    <a:pt x="6572" y="622"/>
                    <a:pt x="6806" y="955"/>
                  </a:cubicBezTo>
                  <a:cubicBezTo>
                    <a:pt x="6839" y="922"/>
                    <a:pt x="6839" y="888"/>
                    <a:pt x="6839" y="855"/>
                  </a:cubicBezTo>
                  <a:cubicBezTo>
                    <a:pt x="6839" y="488"/>
                    <a:pt x="5338" y="121"/>
                    <a:pt x="3437" y="21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2"/>
            <p:cNvSpPr/>
            <p:nvPr/>
          </p:nvSpPr>
          <p:spPr>
            <a:xfrm flipH="1">
              <a:off x="6317203" y="4350472"/>
              <a:ext cx="187178" cy="33113"/>
            </a:xfrm>
            <a:custGeom>
              <a:avLst/>
              <a:gdLst/>
              <a:ahLst/>
              <a:cxnLst/>
              <a:rect l="l" t="t" r="r" b="b"/>
              <a:pathLst>
                <a:path w="6772" h="1198" extrusionOk="0">
                  <a:moveTo>
                    <a:pt x="2665" y="1"/>
                  </a:moveTo>
                  <a:cubicBezTo>
                    <a:pt x="1275" y="1"/>
                    <a:pt x="200" y="164"/>
                    <a:pt x="0" y="449"/>
                  </a:cubicBezTo>
                  <a:cubicBezTo>
                    <a:pt x="234" y="816"/>
                    <a:pt x="1668" y="1116"/>
                    <a:pt x="3369" y="1183"/>
                  </a:cubicBezTo>
                  <a:cubicBezTo>
                    <a:pt x="3618" y="1193"/>
                    <a:pt x="3860" y="1197"/>
                    <a:pt x="4094" y="1197"/>
                  </a:cubicBezTo>
                  <a:cubicBezTo>
                    <a:pt x="5464" y="1197"/>
                    <a:pt x="6544" y="1034"/>
                    <a:pt x="6772" y="749"/>
                  </a:cubicBezTo>
                  <a:cubicBezTo>
                    <a:pt x="6538" y="416"/>
                    <a:pt x="5137" y="82"/>
                    <a:pt x="3403" y="15"/>
                  </a:cubicBezTo>
                  <a:cubicBezTo>
                    <a:pt x="3150" y="6"/>
                    <a:pt x="2903" y="1"/>
                    <a:pt x="26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2"/>
            <p:cNvSpPr/>
            <p:nvPr/>
          </p:nvSpPr>
          <p:spPr>
            <a:xfrm flipH="1">
              <a:off x="6086682" y="4431099"/>
              <a:ext cx="204729" cy="102157"/>
            </a:xfrm>
            <a:custGeom>
              <a:avLst/>
              <a:gdLst/>
              <a:ahLst/>
              <a:cxnLst/>
              <a:rect l="l" t="t" r="r" b="b"/>
              <a:pathLst>
                <a:path w="7407" h="3696" extrusionOk="0">
                  <a:moveTo>
                    <a:pt x="864" y="1"/>
                  </a:moveTo>
                  <a:cubicBezTo>
                    <a:pt x="532" y="1"/>
                    <a:pt x="308" y="76"/>
                    <a:pt x="234" y="234"/>
                  </a:cubicBezTo>
                  <a:cubicBezTo>
                    <a:pt x="1" y="701"/>
                    <a:pt x="1368" y="1835"/>
                    <a:pt x="3303" y="2736"/>
                  </a:cubicBezTo>
                  <a:cubicBezTo>
                    <a:pt x="4618" y="3335"/>
                    <a:pt x="5853" y="3696"/>
                    <a:pt x="6567" y="3696"/>
                  </a:cubicBezTo>
                  <a:cubicBezTo>
                    <a:pt x="6885" y="3696"/>
                    <a:pt x="7100" y="3624"/>
                    <a:pt x="7173" y="3470"/>
                  </a:cubicBezTo>
                  <a:cubicBezTo>
                    <a:pt x="7406" y="2969"/>
                    <a:pt x="6038" y="1868"/>
                    <a:pt x="4137" y="968"/>
                  </a:cubicBezTo>
                  <a:cubicBezTo>
                    <a:pt x="2814" y="352"/>
                    <a:pt x="1584" y="1"/>
                    <a:pt x="8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2"/>
            <p:cNvSpPr/>
            <p:nvPr/>
          </p:nvSpPr>
          <p:spPr>
            <a:xfrm flipH="1">
              <a:off x="6082094" y="4413575"/>
              <a:ext cx="202850" cy="114347"/>
            </a:xfrm>
            <a:custGeom>
              <a:avLst/>
              <a:gdLst/>
              <a:ahLst/>
              <a:cxnLst/>
              <a:rect l="l" t="t" r="r" b="b"/>
              <a:pathLst>
                <a:path w="7339" h="4137" extrusionOk="0">
                  <a:moveTo>
                    <a:pt x="434" y="1"/>
                  </a:moveTo>
                  <a:lnTo>
                    <a:pt x="0" y="868"/>
                  </a:lnTo>
                  <a:lnTo>
                    <a:pt x="6939" y="4137"/>
                  </a:lnTo>
                  <a:lnTo>
                    <a:pt x="7339" y="3236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2"/>
            <p:cNvSpPr/>
            <p:nvPr/>
          </p:nvSpPr>
          <p:spPr>
            <a:xfrm flipH="1">
              <a:off x="6075626" y="4406831"/>
              <a:ext cx="203790" cy="102434"/>
            </a:xfrm>
            <a:custGeom>
              <a:avLst/>
              <a:gdLst/>
              <a:ahLst/>
              <a:cxnLst/>
              <a:rect l="l" t="t" r="r" b="b"/>
              <a:pathLst>
                <a:path w="7373" h="3706" extrusionOk="0">
                  <a:moveTo>
                    <a:pt x="815" y="1"/>
                  </a:moveTo>
                  <a:cubicBezTo>
                    <a:pt x="502" y="1"/>
                    <a:pt x="295" y="69"/>
                    <a:pt x="234" y="211"/>
                  </a:cubicBezTo>
                  <a:cubicBezTo>
                    <a:pt x="0" y="712"/>
                    <a:pt x="1368" y="1846"/>
                    <a:pt x="3269" y="2713"/>
                  </a:cubicBezTo>
                  <a:cubicBezTo>
                    <a:pt x="4588" y="3338"/>
                    <a:pt x="5842" y="3706"/>
                    <a:pt x="6554" y="3706"/>
                  </a:cubicBezTo>
                  <a:cubicBezTo>
                    <a:pt x="6869" y="3706"/>
                    <a:pt x="7077" y="3634"/>
                    <a:pt x="7139" y="3480"/>
                  </a:cubicBezTo>
                  <a:cubicBezTo>
                    <a:pt x="7372" y="2980"/>
                    <a:pt x="6005" y="1879"/>
                    <a:pt x="4103" y="979"/>
                  </a:cubicBezTo>
                  <a:cubicBezTo>
                    <a:pt x="2782" y="353"/>
                    <a:pt x="1526" y="1"/>
                    <a:pt x="8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2"/>
            <p:cNvSpPr/>
            <p:nvPr/>
          </p:nvSpPr>
          <p:spPr>
            <a:xfrm flipH="1">
              <a:off x="6075626" y="4406831"/>
              <a:ext cx="203790" cy="102434"/>
            </a:xfrm>
            <a:custGeom>
              <a:avLst/>
              <a:gdLst/>
              <a:ahLst/>
              <a:cxnLst/>
              <a:rect l="l" t="t" r="r" b="b"/>
              <a:pathLst>
                <a:path w="7373" h="3706" extrusionOk="0">
                  <a:moveTo>
                    <a:pt x="815" y="1"/>
                  </a:moveTo>
                  <a:cubicBezTo>
                    <a:pt x="502" y="1"/>
                    <a:pt x="295" y="69"/>
                    <a:pt x="234" y="211"/>
                  </a:cubicBezTo>
                  <a:cubicBezTo>
                    <a:pt x="0" y="712"/>
                    <a:pt x="1368" y="1846"/>
                    <a:pt x="3269" y="2713"/>
                  </a:cubicBezTo>
                  <a:cubicBezTo>
                    <a:pt x="4588" y="3338"/>
                    <a:pt x="5842" y="3706"/>
                    <a:pt x="6554" y="3706"/>
                  </a:cubicBezTo>
                  <a:cubicBezTo>
                    <a:pt x="6869" y="3706"/>
                    <a:pt x="7077" y="3634"/>
                    <a:pt x="7139" y="3480"/>
                  </a:cubicBezTo>
                  <a:cubicBezTo>
                    <a:pt x="7372" y="2980"/>
                    <a:pt x="6005" y="1879"/>
                    <a:pt x="4103" y="979"/>
                  </a:cubicBezTo>
                  <a:cubicBezTo>
                    <a:pt x="2782" y="353"/>
                    <a:pt x="1526" y="1"/>
                    <a:pt x="8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2"/>
            <p:cNvSpPr/>
            <p:nvPr/>
          </p:nvSpPr>
          <p:spPr>
            <a:xfrm flipH="1">
              <a:off x="6089473" y="4414764"/>
              <a:ext cx="171506" cy="83666"/>
            </a:xfrm>
            <a:custGeom>
              <a:avLst/>
              <a:gdLst/>
              <a:ahLst/>
              <a:cxnLst/>
              <a:rect l="l" t="t" r="r" b="b"/>
              <a:pathLst>
                <a:path w="6205" h="3027" extrusionOk="0">
                  <a:moveTo>
                    <a:pt x="357" y="1"/>
                  </a:moveTo>
                  <a:cubicBezTo>
                    <a:pt x="167" y="1"/>
                    <a:pt x="43" y="40"/>
                    <a:pt x="1" y="124"/>
                  </a:cubicBezTo>
                  <a:cubicBezTo>
                    <a:pt x="1" y="124"/>
                    <a:pt x="1" y="191"/>
                    <a:pt x="1" y="225"/>
                  </a:cubicBezTo>
                  <a:cubicBezTo>
                    <a:pt x="68" y="188"/>
                    <a:pt x="169" y="170"/>
                    <a:pt x="298" y="170"/>
                  </a:cubicBezTo>
                  <a:cubicBezTo>
                    <a:pt x="874" y="170"/>
                    <a:pt x="2010" y="520"/>
                    <a:pt x="3236" y="1092"/>
                  </a:cubicBezTo>
                  <a:cubicBezTo>
                    <a:pt x="4737" y="1826"/>
                    <a:pt x="5905" y="2626"/>
                    <a:pt x="6005" y="3027"/>
                  </a:cubicBezTo>
                  <a:cubicBezTo>
                    <a:pt x="6038" y="2993"/>
                    <a:pt x="6038" y="2993"/>
                    <a:pt x="6072" y="2960"/>
                  </a:cubicBezTo>
                  <a:cubicBezTo>
                    <a:pt x="6205" y="2626"/>
                    <a:pt x="5004" y="1692"/>
                    <a:pt x="3336" y="925"/>
                  </a:cubicBezTo>
                  <a:cubicBezTo>
                    <a:pt x="2063" y="351"/>
                    <a:pt x="921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2"/>
            <p:cNvSpPr/>
            <p:nvPr/>
          </p:nvSpPr>
          <p:spPr>
            <a:xfrm flipH="1">
              <a:off x="6183507" y="4462001"/>
              <a:ext cx="212994" cy="54396"/>
            </a:xfrm>
            <a:custGeom>
              <a:avLst/>
              <a:gdLst/>
              <a:ahLst/>
              <a:cxnLst/>
              <a:rect l="l" t="t" r="r" b="b"/>
              <a:pathLst>
                <a:path w="7706" h="1968" extrusionOk="0">
                  <a:moveTo>
                    <a:pt x="3208" y="0"/>
                  </a:moveTo>
                  <a:cubicBezTo>
                    <a:pt x="1404" y="0"/>
                    <a:pt x="33" y="343"/>
                    <a:pt x="33" y="817"/>
                  </a:cubicBezTo>
                  <a:cubicBezTo>
                    <a:pt x="0" y="1351"/>
                    <a:pt x="1701" y="1851"/>
                    <a:pt x="3803" y="1951"/>
                  </a:cubicBezTo>
                  <a:cubicBezTo>
                    <a:pt x="4040" y="1962"/>
                    <a:pt x="4272" y="1968"/>
                    <a:pt x="4497" y="1968"/>
                  </a:cubicBezTo>
                  <a:cubicBezTo>
                    <a:pt x="6295" y="1968"/>
                    <a:pt x="7643" y="1625"/>
                    <a:pt x="7672" y="1151"/>
                  </a:cubicBezTo>
                  <a:cubicBezTo>
                    <a:pt x="7706" y="617"/>
                    <a:pt x="6004" y="117"/>
                    <a:pt x="3903" y="17"/>
                  </a:cubicBezTo>
                  <a:cubicBezTo>
                    <a:pt x="3666" y="5"/>
                    <a:pt x="3433" y="0"/>
                    <a:pt x="3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2"/>
            <p:cNvSpPr/>
            <p:nvPr/>
          </p:nvSpPr>
          <p:spPr>
            <a:xfrm flipH="1">
              <a:off x="6183507" y="4457828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67" y="1"/>
                  </a:moveTo>
                  <a:lnTo>
                    <a:pt x="0" y="968"/>
                  </a:lnTo>
                  <a:lnTo>
                    <a:pt x="7672" y="1302"/>
                  </a:lnTo>
                  <a:lnTo>
                    <a:pt x="7706" y="3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2"/>
            <p:cNvSpPr/>
            <p:nvPr/>
          </p:nvSpPr>
          <p:spPr>
            <a:xfrm flipH="1">
              <a:off x="6182594" y="4435245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76" y="1"/>
                  </a:moveTo>
                  <a:cubicBezTo>
                    <a:pt x="1378" y="1"/>
                    <a:pt x="30" y="343"/>
                    <a:pt x="1" y="818"/>
                  </a:cubicBezTo>
                  <a:cubicBezTo>
                    <a:pt x="1" y="1352"/>
                    <a:pt x="1669" y="1852"/>
                    <a:pt x="3770" y="1952"/>
                  </a:cubicBezTo>
                  <a:cubicBezTo>
                    <a:pt x="4007" y="1963"/>
                    <a:pt x="4240" y="1968"/>
                    <a:pt x="4465" y="1968"/>
                  </a:cubicBezTo>
                  <a:cubicBezTo>
                    <a:pt x="6269" y="1968"/>
                    <a:pt x="7640" y="1626"/>
                    <a:pt x="7640" y="1151"/>
                  </a:cubicBezTo>
                  <a:cubicBezTo>
                    <a:pt x="7673" y="618"/>
                    <a:pt x="5972" y="117"/>
                    <a:pt x="3870" y="17"/>
                  </a:cubicBezTo>
                  <a:cubicBezTo>
                    <a:pt x="3633" y="6"/>
                    <a:pt x="3401" y="1"/>
                    <a:pt x="3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2"/>
            <p:cNvSpPr/>
            <p:nvPr/>
          </p:nvSpPr>
          <p:spPr>
            <a:xfrm flipH="1">
              <a:off x="6196414" y="4442763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51" y="1"/>
                  </a:moveTo>
                  <a:cubicBezTo>
                    <a:pt x="1203" y="1"/>
                    <a:pt x="0" y="221"/>
                    <a:pt x="0" y="546"/>
                  </a:cubicBezTo>
                  <a:cubicBezTo>
                    <a:pt x="0" y="579"/>
                    <a:pt x="0" y="613"/>
                    <a:pt x="0" y="646"/>
                  </a:cubicBezTo>
                  <a:cubicBezTo>
                    <a:pt x="228" y="361"/>
                    <a:pt x="1283" y="198"/>
                    <a:pt x="2626" y="198"/>
                  </a:cubicBezTo>
                  <a:cubicBezTo>
                    <a:pt x="2855" y="198"/>
                    <a:pt x="3092" y="202"/>
                    <a:pt x="3336" y="212"/>
                  </a:cubicBezTo>
                  <a:cubicBezTo>
                    <a:pt x="5004" y="312"/>
                    <a:pt x="6405" y="579"/>
                    <a:pt x="6638" y="913"/>
                  </a:cubicBezTo>
                  <a:cubicBezTo>
                    <a:pt x="6672" y="913"/>
                    <a:pt x="6672" y="879"/>
                    <a:pt x="6672" y="846"/>
                  </a:cubicBezTo>
                  <a:cubicBezTo>
                    <a:pt x="6672" y="479"/>
                    <a:pt x="5204" y="112"/>
                    <a:pt x="3369" y="12"/>
                  </a:cubicBezTo>
                  <a:cubicBezTo>
                    <a:pt x="3159" y="4"/>
                    <a:pt x="2952" y="1"/>
                    <a:pt x="275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2"/>
            <p:cNvSpPr/>
            <p:nvPr/>
          </p:nvSpPr>
          <p:spPr>
            <a:xfrm flipH="1">
              <a:off x="6196414" y="4442763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51" y="1"/>
                  </a:moveTo>
                  <a:cubicBezTo>
                    <a:pt x="1203" y="1"/>
                    <a:pt x="0" y="221"/>
                    <a:pt x="0" y="546"/>
                  </a:cubicBezTo>
                  <a:cubicBezTo>
                    <a:pt x="0" y="579"/>
                    <a:pt x="0" y="613"/>
                    <a:pt x="0" y="646"/>
                  </a:cubicBezTo>
                  <a:cubicBezTo>
                    <a:pt x="228" y="361"/>
                    <a:pt x="1283" y="198"/>
                    <a:pt x="2626" y="198"/>
                  </a:cubicBezTo>
                  <a:cubicBezTo>
                    <a:pt x="2855" y="198"/>
                    <a:pt x="3092" y="202"/>
                    <a:pt x="3336" y="212"/>
                  </a:cubicBezTo>
                  <a:cubicBezTo>
                    <a:pt x="5004" y="312"/>
                    <a:pt x="6405" y="579"/>
                    <a:pt x="6638" y="913"/>
                  </a:cubicBezTo>
                  <a:cubicBezTo>
                    <a:pt x="6672" y="913"/>
                    <a:pt x="6672" y="879"/>
                    <a:pt x="6672" y="846"/>
                  </a:cubicBezTo>
                  <a:cubicBezTo>
                    <a:pt x="6672" y="479"/>
                    <a:pt x="5204" y="112"/>
                    <a:pt x="3369" y="12"/>
                  </a:cubicBezTo>
                  <a:cubicBezTo>
                    <a:pt x="3159" y="4"/>
                    <a:pt x="2952" y="1"/>
                    <a:pt x="27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5212" y="2815963"/>
            <a:ext cx="396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US" sz="1800" b="1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Bharadwaj</a:t>
            </a:r>
            <a:endParaRPr lang="en-US" sz="1600" dirty="0" smtClean="0">
              <a:ln w="0"/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Deepali</a:t>
            </a:r>
            <a:endParaRPr lang="en-US" sz="1600" dirty="0" smtClean="0">
              <a:ln w="0"/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Umang</a:t>
            </a:r>
            <a:endParaRPr lang="en-US" sz="1600" dirty="0" smtClean="0">
              <a:ln w="0"/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Murari</a:t>
            </a:r>
            <a:endParaRPr lang="en-US" sz="1600" dirty="0" smtClean="0">
              <a:ln w="0"/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Shankar</a:t>
            </a:r>
          </a:p>
          <a:p>
            <a:r>
              <a:rPr lang="en-US" sz="1600" dirty="0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 smtClean="0">
                <a:ln w="0"/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Biswajit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59"/>
          <p:cNvSpPr/>
          <p:nvPr/>
        </p:nvSpPr>
        <p:spPr>
          <a:xfrm>
            <a:off x="4954413" y="3475296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59"/>
          <p:cNvSpPr/>
          <p:nvPr/>
        </p:nvSpPr>
        <p:spPr>
          <a:xfrm>
            <a:off x="733488" y="3475296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59"/>
          <p:cNvSpPr/>
          <p:nvPr/>
        </p:nvSpPr>
        <p:spPr>
          <a:xfrm>
            <a:off x="4954413" y="2484696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59"/>
          <p:cNvSpPr/>
          <p:nvPr/>
        </p:nvSpPr>
        <p:spPr>
          <a:xfrm>
            <a:off x="4954413" y="1381096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59"/>
          <p:cNvSpPr/>
          <p:nvPr/>
        </p:nvSpPr>
        <p:spPr>
          <a:xfrm>
            <a:off x="733488" y="2427333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59"/>
          <p:cNvSpPr txBox="1">
            <a:spLocks noGrp="1"/>
          </p:cNvSpPr>
          <p:nvPr>
            <p:ph type="title"/>
          </p:nvPr>
        </p:nvSpPr>
        <p:spPr>
          <a:xfrm>
            <a:off x="1534000" y="1439884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Introduction</a:t>
            </a:r>
            <a:endParaRPr dirty="0"/>
          </a:p>
        </p:txBody>
      </p:sp>
      <p:sp>
        <p:nvSpPr>
          <p:cNvPr id="1686" name="Google Shape;1686;p59"/>
          <p:cNvSpPr txBox="1">
            <a:spLocks noGrp="1"/>
          </p:cNvSpPr>
          <p:nvPr>
            <p:ph type="title" idx="3"/>
          </p:nvPr>
        </p:nvSpPr>
        <p:spPr>
          <a:xfrm>
            <a:off x="5749862" y="1439884"/>
            <a:ext cx="2886137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System Architecture</a:t>
            </a:r>
            <a:endParaRPr dirty="0"/>
          </a:p>
        </p:txBody>
      </p:sp>
      <p:sp>
        <p:nvSpPr>
          <p:cNvPr id="1687" name="Google Shape;1687;p59"/>
          <p:cNvSpPr txBox="1">
            <a:spLocks noGrp="1"/>
          </p:cNvSpPr>
          <p:nvPr>
            <p:ph type="title" idx="4"/>
          </p:nvPr>
        </p:nvSpPr>
        <p:spPr>
          <a:xfrm>
            <a:off x="4940913" y="14590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1689" name="Google Shape;1689;p59"/>
          <p:cNvSpPr txBox="1">
            <a:spLocks noGrp="1"/>
          </p:cNvSpPr>
          <p:nvPr>
            <p:ph type="title" idx="6"/>
          </p:nvPr>
        </p:nvSpPr>
        <p:spPr>
          <a:xfrm>
            <a:off x="5688813" y="2558947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ER Diagram</a:t>
            </a:r>
            <a:endParaRPr dirty="0"/>
          </a:p>
        </p:txBody>
      </p:sp>
      <p:sp>
        <p:nvSpPr>
          <p:cNvPr id="1690" name="Google Shape;1690;p59"/>
          <p:cNvSpPr txBox="1">
            <a:spLocks noGrp="1"/>
          </p:cNvSpPr>
          <p:nvPr>
            <p:ph type="title" idx="7"/>
          </p:nvPr>
        </p:nvSpPr>
        <p:spPr>
          <a:xfrm>
            <a:off x="4940913" y="25626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04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92" name="Google Shape;1692;p59"/>
          <p:cNvSpPr txBox="1">
            <a:spLocks noGrp="1"/>
          </p:cNvSpPr>
          <p:nvPr>
            <p:ph type="title" idx="9"/>
          </p:nvPr>
        </p:nvSpPr>
        <p:spPr>
          <a:xfrm>
            <a:off x="1534000" y="2526381"/>
            <a:ext cx="2690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2"/>
                </a:solidFill>
                <a:uFill>
                  <a:noFill/>
                </a:uFill>
              </a:rPr>
              <a:t>Program Flow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93" name="Google Shape;1693;p59"/>
          <p:cNvSpPr txBox="1">
            <a:spLocks noGrp="1"/>
          </p:cNvSpPr>
          <p:nvPr>
            <p:ph type="title" idx="13"/>
          </p:nvPr>
        </p:nvSpPr>
        <p:spPr>
          <a:xfrm>
            <a:off x="720237" y="2562698"/>
            <a:ext cx="7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03</a:t>
            </a:r>
            <a:endParaRPr dirty="0"/>
          </a:p>
        </p:txBody>
      </p:sp>
      <p:sp>
        <p:nvSpPr>
          <p:cNvPr id="1695" name="Google Shape;1695;p59"/>
          <p:cNvSpPr txBox="1">
            <a:spLocks noGrp="1"/>
          </p:cNvSpPr>
          <p:nvPr>
            <p:ph type="title" idx="15"/>
          </p:nvPr>
        </p:nvSpPr>
        <p:spPr>
          <a:xfrm>
            <a:off x="720000" y="5329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96" name="Google Shape;1696;p59"/>
          <p:cNvSpPr/>
          <p:nvPr/>
        </p:nvSpPr>
        <p:spPr>
          <a:xfrm>
            <a:off x="733488" y="1379371"/>
            <a:ext cx="720900" cy="683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59"/>
          <p:cNvSpPr txBox="1">
            <a:spLocks noGrp="1"/>
          </p:cNvSpPr>
          <p:nvPr>
            <p:ph type="title" idx="2"/>
          </p:nvPr>
        </p:nvSpPr>
        <p:spPr>
          <a:xfrm>
            <a:off x="719988" y="1459098"/>
            <a:ext cx="702412" cy="496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1"/>
                </a:solidFill>
                <a:uFill>
                  <a:noFill/>
                </a:uFill>
                <a:hlinkClick r:id="rId3" action="ppaction://hlinksldjump"/>
              </a:rPr>
              <a:t>01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98" name="Google Shape;1698;p59"/>
          <p:cNvSpPr txBox="1">
            <a:spLocks noGrp="1"/>
          </p:cNvSpPr>
          <p:nvPr>
            <p:ph type="title" idx="16"/>
          </p:nvPr>
        </p:nvSpPr>
        <p:spPr>
          <a:xfrm>
            <a:off x="5749863" y="3553296"/>
            <a:ext cx="2886136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Reports and Analysis</a:t>
            </a:r>
            <a:endParaRPr dirty="0"/>
          </a:p>
        </p:txBody>
      </p:sp>
      <p:sp>
        <p:nvSpPr>
          <p:cNvPr id="1699" name="Google Shape;1699;p59"/>
          <p:cNvSpPr txBox="1">
            <a:spLocks noGrp="1"/>
          </p:cNvSpPr>
          <p:nvPr>
            <p:ph type="title" idx="17"/>
          </p:nvPr>
        </p:nvSpPr>
        <p:spPr>
          <a:xfrm>
            <a:off x="4940913" y="3553298"/>
            <a:ext cx="74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1" name="Google Shape;1701;p59"/>
          <p:cNvSpPr txBox="1">
            <a:spLocks noGrp="1"/>
          </p:cNvSpPr>
          <p:nvPr>
            <p:ph type="title" idx="19"/>
          </p:nvPr>
        </p:nvSpPr>
        <p:spPr>
          <a:xfrm>
            <a:off x="1534000" y="3566061"/>
            <a:ext cx="2873532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Functionalities</a:t>
            </a:r>
            <a:endParaRPr dirty="0"/>
          </a:p>
        </p:txBody>
      </p:sp>
      <p:sp>
        <p:nvSpPr>
          <p:cNvPr id="1702" name="Google Shape;1702;p59"/>
          <p:cNvSpPr txBox="1">
            <a:spLocks noGrp="1"/>
          </p:cNvSpPr>
          <p:nvPr>
            <p:ph type="title" idx="20"/>
          </p:nvPr>
        </p:nvSpPr>
        <p:spPr>
          <a:xfrm>
            <a:off x="720237" y="3553298"/>
            <a:ext cx="7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4" name="Google Shape;1704;p59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59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59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7" name="Google Shape;1707;p59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1708" name="Google Shape;1708;p5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59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1711" name="Google Shape;1711;p5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6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sp>
        <p:nvSpPr>
          <p:cNvPr id="1880" name="Google Shape;1880;p61"/>
          <p:cNvSpPr txBox="1">
            <a:spLocks noGrp="1"/>
          </p:cNvSpPr>
          <p:nvPr>
            <p:ph type="body" idx="1"/>
          </p:nvPr>
        </p:nvSpPr>
        <p:spPr>
          <a:xfrm>
            <a:off x="645125" y="1190686"/>
            <a:ext cx="7115900" cy="3418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Banking Management System (BMS) is a Python-based application designed to automate core banking activities such as account creation, deposits, withdrawals, fund transfers, and loan management.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MySQL database for secure data storage, ensuring real-time updates of account balances, transactions, customer profiles, and loan records.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role-based access, where customers and administrators have separate login modules, enabling secure and controlled access to specific functionalities.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eliminate manual errors, improves efficiency of banking operations, and ensures accurate transaction history through automatic logging for transparency and record-keeping.</a:t>
            </a:r>
          </a:p>
        </p:txBody>
      </p:sp>
      <p:sp>
        <p:nvSpPr>
          <p:cNvPr id="1881" name="Google Shape;1881;p61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61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61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4" name="Google Shape;1884;p61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1885" name="Google Shape;1885;p61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1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7" name="Google Shape;1887;p61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1888" name="Google Shape;1888;p61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1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64"/>
          <p:cNvSpPr txBox="1">
            <a:spLocks noGrp="1"/>
          </p:cNvSpPr>
          <p:nvPr>
            <p:ph type="title" idx="6"/>
          </p:nvPr>
        </p:nvSpPr>
        <p:spPr>
          <a:xfrm>
            <a:off x="719999" y="210569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System Architecture</a:t>
            </a:r>
            <a:endParaRPr dirty="0"/>
          </a:p>
        </p:txBody>
      </p:sp>
      <p:sp>
        <p:nvSpPr>
          <p:cNvPr id="2670" name="Google Shape;2670;p64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64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64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3" name="Google Shape;2673;p64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2674" name="Google Shape;2674;p64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64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6" name="Google Shape;2676;p64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2677" name="Google Shape;2677;p64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64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736475" y="871744"/>
            <a:ext cx="2273300" cy="320477"/>
            <a:chOff x="914400" y="1535699"/>
            <a:chExt cx="2273300" cy="320477"/>
          </a:xfrm>
        </p:grpSpPr>
        <p:sp>
          <p:nvSpPr>
            <p:cNvPr id="12" name="TextBox 11"/>
            <p:cNvSpPr txBox="1"/>
            <p:nvPr/>
          </p:nvSpPr>
          <p:spPr>
            <a:xfrm>
              <a:off x="1003300" y="1535699"/>
              <a:ext cx="218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 and Authentication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4400" y="1548399"/>
              <a:ext cx="2184400" cy="3077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616150" y="903367"/>
            <a:ext cx="1689100" cy="341099"/>
            <a:chOff x="1143000" y="893546"/>
            <a:chExt cx="1689100" cy="341099"/>
          </a:xfrm>
        </p:grpSpPr>
        <p:sp>
          <p:nvSpPr>
            <p:cNvPr id="8" name="TextBox 7"/>
            <p:cNvSpPr txBox="1"/>
            <p:nvPr/>
          </p:nvSpPr>
          <p:spPr>
            <a:xfrm>
              <a:off x="1168401" y="893546"/>
              <a:ext cx="1574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/ Customer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43000" y="926868"/>
              <a:ext cx="1689100" cy="3077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057850" y="1810385"/>
            <a:ext cx="2196451" cy="523220"/>
            <a:chOff x="1143000" y="2277894"/>
            <a:chExt cx="2196451" cy="523220"/>
          </a:xfrm>
        </p:grpSpPr>
        <p:sp>
          <p:nvSpPr>
            <p:cNvPr id="56" name="TextBox 55"/>
            <p:cNvSpPr txBox="1"/>
            <p:nvPr/>
          </p:nvSpPr>
          <p:spPr>
            <a:xfrm>
              <a:off x="1205850" y="2277894"/>
              <a:ext cx="2133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Selects dashboard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(Customer or Admin)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143000" y="2280667"/>
              <a:ext cx="1866900" cy="52044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>
            <a:off x="5917575" y="1209700"/>
            <a:ext cx="0" cy="6242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4572251" y="2899175"/>
            <a:ext cx="3080233" cy="1823531"/>
            <a:chOff x="688007" y="3307051"/>
            <a:chExt cx="3080233" cy="1823531"/>
          </a:xfrm>
        </p:grpSpPr>
        <p:sp>
          <p:nvSpPr>
            <p:cNvPr id="21" name="Rounded Rectangle 20"/>
            <p:cNvSpPr/>
            <p:nvPr/>
          </p:nvSpPr>
          <p:spPr>
            <a:xfrm>
              <a:off x="688007" y="3307051"/>
              <a:ext cx="3080233" cy="160808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8007" y="3314700"/>
              <a:ext cx="307301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Banking Functional Module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-- Account Management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-- Transaction (deposit/ withdraw/                                                    transfer)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-- Loan: apply/ approve/ repay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--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controls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-- Reports and Analysis</a:t>
              </a:r>
            </a:p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58629" y="3588204"/>
            <a:ext cx="3464442" cy="954107"/>
            <a:chOff x="4860850" y="3630593"/>
            <a:chExt cx="3464442" cy="954107"/>
          </a:xfrm>
        </p:grpSpPr>
        <p:sp>
          <p:nvSpPr>
            <p:cNvPr id="26" name="Rounded Rectangle 25"/>
            <p:cNvSpPr/>
            <p:nvPr/>
          </p:nvSpPr>
          <p:spPr>
            <a:xfrm>
              <a:off x="4860850" y="3632200"/>
              <a:ext cx="3305250" cy="952500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88442" y="3630593"/>
              <a:ext cx="333685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 (MySQL)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customers, loans, </a:t>
              </a:r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transactions, </a:t>
              </a:r>
              <a:r>
                <a:rPr lang="en-US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transfer_funds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admin,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ifsc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/>
          <p:cNvCxnSpPr/>
          <p:nvPr/>
        </p:nvCxnSpPr>
        <p:spPr>
          <a:xfrm flipV="1">
            <a:off x="2454646" y="3011693"/>
            <a:ext cx="0" cy="576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498600" y="2484914"/>
            <a:ext cx="1828800" cy="4990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>
            <a:off x="1579029" y="2571193"/>
            <a:ext cx="265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History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>
            <a:stCxn id="13" idx="3"/>
          </p:cNvCxnSpPr>
          <p:nvPr/>
        </p:nvCxnSpPr>
        <p:spPr>
          <a:xfrm flipV="1">
            <a:off x="3305250" y="1088432"/>
            <a:ext cx="1431225" cy="21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353432" y="832785"/>
            <a:ext cx="23222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Credentials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5917575" y="2342814"/>
            <a:ext cx="0" cy="5075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4029150" y="4033419"/>
            <a:ext cx="517701" cy="38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64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64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64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3" name="Google Shape;2673;p64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2674" name="Google Shape;2674;p64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64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6" name="Google Shape;2676;p64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2677" name="Google Shape;2677;p64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64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2648;p64"/>
          <p:cNvSpPr txBox="1">
            <a:spLocks noGrp="1"/>
          </p:cNvSpPr>
          <p:nvPr>
            <p:ph type="title" idx="6"/>
          </p:nvPr>
        </p:nvSpPr>
        <p:spPr>
          <a:xfrm>
            <a:off x="719999" y="210569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Program Flow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262667" y="1252207"/>
            <a:ext cx="1016000" cy="2571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021217" y="1252207"/>
            <a:ext cx="1514549" cy="2571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window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506650" y="820398"/>
            <a:ext cx="1257300" cy="1116767"/>
            <a:chOff x="5499900" y="822390"/>
            <a:chExt cx="1257300" cy="1116767"/>
          </a:xfrm>
        </p:grpSpPr>
        <p:sp>
          <p:nvSpPr>
            <p:cNvPr id="5" name="Diamond 4"/>
            <p:cNvSpPr/>
            <p:nvPr/>
          </p:nvSpPr>
          <p:spPr>
            <a:xfrm>
              <a:off x="5499900" y="822390"/>
              <a:ext cx="1257300" cy="1116767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51500" y="1119163"/>
              <a:ext cx="1105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Validate Credentials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7226300" y="1054880"/>
            <a:ext cx="1197699" cy="6596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error then go back to login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81600" y="2311400"/>
            <a:ext cx="1905000" cy="4953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dashboard based on role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18150" y="3225800"/>
            <a:ext cx="1057600" cy="3293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305950" y="3223364"/>
            <a:ext cx="1129500" cy="3293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68991" y="4212889"/>
            <a:ext cx="2884217" cy="381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Selected Operations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83599" y="4381045"/>
            <a:ext cx="1460500" cy="402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Database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228325" y="3541676"/>
            <a:ext cx="1276750" cy="4588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History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228325" y="2727706"/>
            <a:ext cx="1276750" cy="381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8300" y="2727706"/>
            <a:ext cx="1276750" cy="381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3" idx="3"/>
          </p:cNvCxnSpPr>
          <p:nvPr/>
        </p:nvCxnSpPr>
        <p:spPr>
          <a:xfrm flipV="1">
            <a:off x="2278667" y="1374820"/>
            <a:ext cx="706175" cy="59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8" idx="3"/>
            <a:endCxn id="5" idx="1"/>
          </p:cNvCxnSpPr>
          <p:nvPr/>
        </p:nvCxnSpPr>
        <p:spPr>
          <a:xfrm flipV="1">
            <a:off x="4535766" y="1378782"/>
            <a:ext cx="970884" cy="1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6763950" y="1385085"/>
            <a:ext cx="439413" cy="5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7" idx="0"/>
          </p:cNvCxnSpPr>
          <p:nvPr/>
        </p:nvCxnSpPr>
        <p:spPr>
          <a:xfrm rot="16200000" flipV="1">
            <a:off x="6884677" y="114407"/>
            <a:ext cx="234482" cy="16464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5" idx="2"/>
            <a:endCxn id="10" idx="0"/>
          </p:cNvCxnSpPr>
          <p:nvPr/>
        </p:nvCxnSpPr>
        <p:spPr>
          <a:xfrm flipH="1">
            <a:off x="6134100" y="1937165"/>
            <a:ext cx="1200" cy="3742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11" idx="0"/>
          </p:cNvCxnSpPr>
          <p:nvPr/>
        </p:nvCxnSpPr>
        <p:spPr>
          <a:xfrm flipH="1">
            <a:off x="5446950" y="2806700"/>
            <a:ext cx="211300" cy="419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9" idx="0"/>
          </p:cNvCxnSpPr>
          <p:nvPr/>
        </p:nvCxnSpPr>
        <p:spPr>
          <a:xfrm>
            <a:off x="6667500" y="2781300"/>
            <a:ext cx="203200" cy="442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1" idx="2"/>
            <a:endCxn id="16" idx="0"/>
          </p:cNvCxnSpPr>
          <p:nvPr/>
        </p:nvCxnSpPr>
        <p:spPr>
          <a:xfrm>
            <a:off x="5446950" y="3555188"/>
            <a:ext cx="764150" cy="657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49" idx="2"/>
          </p:cNvCxnSpPr>
          <p:nvPr/>
        </p:nvCxnSpPr>
        <p:spPr>
          <a:xfrm flipH="1">
            <a:off x="6211100" y="3552752"/>
            <a:ext cx="659600" cy="657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6" idx="1"/>
            <a:endCxn id="53" idx="3"/>
          </p:cNvCxnSpPr>
          <p:nvPr/>
        </p:nvCxnSpPr>
        <p:spPr>
          <a:xfrm flipH="1" flipV="1">
            <a:off x="3505075" y="2918206"/>
            <a:ext cx="1263916" cy="14851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6" idx="1"/>
            <a:endCxn id="52" idx="3"/>
          </p:cNvCxnSpPr>
          <p:nvPr/>
        </p:nvCxnSpPr>
        <p:spPr>
          <a:xfrm flipH="1" flipV="1">
            <a:off x="3505075" y="3771088"/>
            <a:ext cx="1263916" cy="6323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6" idx="1"/>
            <a:endCxn id="51" idx="3"/>
          </p:cNvCxnSpPr>
          <p:nvPr/>
        </p:nvCxnSpPr>
        <p:spPr>
          <a:xfrm flipH="1">
            <a:off x="3644099" y="4403389"/>
            <a:ext cx="1124892" cy="1788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53" idx="1"/>
            <a:endCxn id="54" idx="3"/>
          </p:cNvCxnSpPr>
          <p:nvPr/>
        </p:nvCxnSpPr>
        <p:spPr>
          <a:xfrm flipH="1">
            <a:off x="1645050" y="2918206"/>
            <a:ext cx="58327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5" name="TextBox 2624"/>
          <p:cNvSpPr txBox="1"/>
          <p:nvPr/>
        </p:nvSpPr>
        <p:spPr>
          <a:xfrm>
            <a:off x="6738550" y="1117171"/>
            <a:ext cx="462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134100" y="1930400"/>
            <a:ext cx="462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6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64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2648;p64"/>
          <p:cNvSpPr txBox="1">
            <a:spLocks noGrp="1"/>
          </p:cNvSpPr>
          <p:nvPr>
            <p:ph type="title" idx="6"/>
          </p:nvPr>
        </p:nvSpPr>
        <p:spPr>
          <a:xfrm>
            <a:off x="719999" y="20010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Database ER Diagram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63" y="890800"/>
            <a:ext cx="6498117" cy="409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0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69"/>
          <p:cNvSpPr txBox="1">
            <a:spLocks noGrp="1"/>
          </p:cNvSpPr>
          <p:nvPr>
            <p:ph type="title" idx="6"/>
          </p:nvPr>
        </p:nvSpPr>
        <p:spPr>
          <a:xfrm>
            <a:off x="1088932" y="361092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Admin Functionalities</a:t>
            </a:r>
            <a:endParaRPr sz="3200" dirty="0"/>
          </a:p>
        </p:txBody>
      </p:sp>
      <p:sp>
        <p:nvSpPr>
          <p:cNvPr id="3001" name="Google Shape;3001;p69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2" name="Google Shape;3002;p69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3" name="Google Shape;3003;p69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4" name="Google Shape;3004;p69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3005" name="Google Shape;3005;p6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7" name="Google Shape;3007;p69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3008" name="Google Shape;3008;p6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880;p61"/>
          <p:cNvSpPr txBox="1">
            <a:spLocks/>
          </p:cNvSpPr>
          <p:nvPr/>
        </p:nvSpPr>
        <p:spPr>
          <a:xfrm>
            <a:off x="2028100" y="1204475"/>
            <a:ext cx="7115900" cy="37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Secure access using Admin ID and PIN.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Accounts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View, add, or delete customer accounts.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 / Reject Loans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Review loan applications and update loan status.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Transactions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Monitor all customer transaction details.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Interest Rates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Modify rate of interest for loan schemes.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View total deposits, loan summaries, and top customers.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Monitoring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Track all operations for auditing and maintenance.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69"/>
          <p:cNvSpPr txBox="1">
            <a:spLocks noGrp="1"/>
          </p:cNvSpPr>
          <p:nvPr>
            <p:ph type="title" idx="6"/>
          </p:nvPr>
        </p:nvSpPr>
        <p:spPr>
          <a:xfrm>
            <a:off x="1088932" y="361092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Customer Functionalities</a:t>
            </a:r>
            <a:endParaRPr sz="3200" dirty="0"/>
          </a:p>
        </p:txBody>
      </p:sp>
      <p:sp>
        <p:nvSpPr>
          <p:cNvPr id="3001" name="Google Shape;3001;p69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2" name="Google Shape;3002;p69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3" name="Google Shape;3003;p69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4" name="Google Shape;3004;p69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3005" name="Google Shape;3005;p6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7" name="Google Shape;3007;p69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3008" name="Google Shape;3008;p69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9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880;p61"/>
          <p:cNvSpPr txBox="1">
            <a:spLocks/>
          </p:cNvSpPr>
          <p:nvPr/>
        </p:nvSpPr>
        <p:spPr>
          <a:xfrm>
            <a:off x="1853459" y="996575"/>
            <a:ext cx="7115900" cy="37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1483" y="1057548"/>
            <a:ext cx="6656834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Register with personal and banking details.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Secure access using mobile number and PIN.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 Money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Add funds to the account and update balance.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 Money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Withdraw cash with sufficient balance check.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Funds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Send money to another account; updates both sender and receiver balances.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Balance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View current available balance anytime.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Transactions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Displays detailed transaction history.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for Loan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Submit loan request specifying type and amount.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Repay Loan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Make EMI or full repayment, updates loan and balance tables.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Forgot PIN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Option to reset forgotten PIN securely.</a:t>
            </a:r>
          </a:p>
        </p:txBody>
      </p:sp>
    </p:spTree>
    <p:extLst>
      <p:ext uri="{BB962C8B-B14F-4D97-AF65-F5344CB8AC3E}">
        <p14:creationId xmlns:p14="http://schemas.microsoft.com/office/powerpoint/2010/main" val="20028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71"/>
          <p:cNvSpPr txBox="1">
            <a:spLocks noGrp="1"/>
          </p:cNvSpPr>
          <p:nvPr>
            <p:ph type="title" idx="15"/>
          </p:nvPr>
        </p:nvSpPr>
        <p:spPr>
          <a:xfrm>
            <a:off x="884475" y="135930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/>
              <a:t>Reports and Analysis</a:t>
            </a:r>
            <a:endParaRPr sz="3200" dirty="0"/>
          </a:p>
        </p:txBody>
      </p:sp>
      <p:sp>
        <p:nvSpPr>
          <p:cNvPr id="3076" name="Google Shape;3076;p71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7" name="Google Shape;3077;p71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8" name="Google Shape;3078;p71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9" name="Google Shape;3079;p71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3080" name="Google Shape;3080;p71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1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2" name="Google Shape;3082;p71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3083" name="Google Shape;3083;p71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1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633" y="919549"/>
            <a:ext cx="4811013" cy="3690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103"/>
          <p:cNvSpPr txBox="1">
            <a:spLocks noGrp="1"/>
          </p:cNvSpPr>
          <p:nvPr>
            <p:ph type="title"/>
          </p:nvPr>
        </p:nvSpPr>
        <p:spPr>
          <a:xfrm>
            <a:off x="2604403" y="3064930"/>
            <a:ext cx="40839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Thank You</a:t>
            </a:r>
            <a:endParaRPr sz="4800" dirty="0"/>
          </a:p>
        </p:txBody>
      </p:sp>
      <p:grpSp>
        <p:nvGrpSpPr>
          <p:cNvPr id="4664" name="Google Shape;4664;p103"/>
          <p:cNvGrpSpPr/>
          <p:nvPr/>
        </p:nvGrpSpPr>
        <p:grpSpPr>
          <a:xfrm>
            <a:off x="3437302" y="393046"/>
            <a:ext cx="2269396" cy="2337530"/>
            <a:chOff x="1266975" y="238125"/>
            <a:chExt cx="5086050" cy="5238750"/>
          </a:xfrm>
        </p:grpSpPr>
        <p:sp>
          <p:nvSpPr>
            <p:cNvPr id="4665" name="Google Shape;4665;p103"/>
            <p:cNvSpPr/>
            <p:nvPr/>
          </p:nvSpPr>
          <p:spPr>
            <a:xfrm>
              <a:off x="1486000" y="5096200"/>
              <a:ext cx="4867025" cy="380675"/>
            </a:xfrm>
            <a:custGeom>
              <a:avLst/>
              <a:gdLst/>
              <a:ahLst/>
              <a:cxnLst/>
              <a:rect l="l" t="t" r="r" b="b"/>
              <a:pathLst>
                <a:path w="194681" h="15227" extrusionOk="0">
                  <a:moveTo>
                    <a:pt x="97341" y="0"/>
                  </a:moveTo>
                  <a:lnTo>
                    <a:pt x="92328" y="21"/>
                  </a:lnTo>
                  <a:lnTo>
                    <a:pt x="87400" y="43"/>
                  </a:lnTo>
                  <a:lnTo>
                    <a:pt x="82514" y="85"/>
                  </a:lnTo>
                  <a:lnTo>
                    <a:pt x="77733" y="169"/>
                  </a:lnTo>
                  <a:lnTo>
                    <a:pt x="73016" y="253"/>
                  </a:lnTo>
                  <a:lnTo>
                    <a:pt x="68404" y="358"/>
                  </a:lnTo>
                  <a:lnTo>
                    <a:pt x="63876" y="464"/>
                  </a:lnTo>
                  <a:lnTo>
                    <a:pt x="59453" y="611"/>
                  </a:lnTo>
                  <a:lnTo>
                    <a:pt x="55136" y="759"/>
                  </a:lnTo>
                  <a:lnTo>
                    <a:pt x="50945" y="927"/>
                  </a:lnTo>
                  <a:lnTo>
                    <a:pt x="46859" y="1117"/>
                  </a:lnTo>
                  <a:lnTo>
                    <a:pt x="42921" y="1306"/>
                  </a:lnTo>
                  <a:lnTo>
                    <a:pt x="39109" y="1517"/>
                  </a:lnTo>
                  <a:lnTo>
                    <a:pt x="35423" y="1748"/>
                  </a:lnTo>
                  <a:lnTo>
                    <a:pt x="31885" y="1980"/>
                  </a:lnTo>
                  <a:lnTo>
                    <a:pt x="28516" y="2233"/>
                  </a:lnTo>
                  <a:lnTo>
                    <a:pt x="25293" y="2507"/>
                  </a:lnTo>
                  <a:lnTo>
                    <a:pt x="22219" y="2780"/>
                  </a:lnTo>
                  <a:lnTo>
                    <a:pt x="19333" y="3054"/>
                  </a:lnTo>
                  <a:lnTo>
                    <a:pt x="16617" y="3370"/>
                  </a:lnTo>
                  <a:lnTo>
                    <a:pt x="14089" y="3665"/>
                  </a:lnTo>
                  <a:lnTo>
                    <a:pt x="11752" y="3981"/>
                  </a:lnTo>
                  <a:lnTo>
                    <a:pt x="9604" y="4318"/>
                  </a:lnTo>
                  <a:lnTo>
                    <a:pt x="7645" y="4655"/>
                  </a:lnTo>
                  <a:lnTo>
                    <a:pt x="5897" y="4992"/>
                  </a:lnTo>
                  <a:lnTo>
                    <a:pt x="5118" y="5181"/>
                  </a:lnTo>
                  <a:lnTo>
                    <a:pt x="4381" y="5350"/>
                  </a:lnTo>
                  <a:lnTo>
                    <a:pt x="3686" y="5539"/>
                  </a:lnTo>
                  <a:lnTo>
                    <a:pt x="3054" y="5708"/>
                  </a:lnTo>
                  <a:lnTo>
                    <a:pt x="2485" y="5897"/>
                  </a:lnTo>
                  <a:lnTo>
                    <a:pt x="1980" y="6087"/>
                  </a:lnTo>
                  <a:lnTo>
                    <a:pt x="1516" y="6276"/>
                  </a:lnTo>
                  <a:lnTo>
                    <a:pt x="1116" y="6466"/>
                  </a:lnTo>
                  <a:lnTo>
                    <a:pt x="779" y="6655"/>
                  </a:lnTo>
                  <a:lnTo>
                    <a:pt x="506" y="6845"/>
                  </a:lnTo>
                  <a:lnTo>
                    <a:pt x="274" y="7035"/>
                  </a:lnTo>
                  <a:lnTo>
                    <a:pt x="126" y="7224"/>
                  </a:lnTo>
                  <a:lnTo>
                    <a:pt x="63" y="7329"/>
                  </a:lnTo>
                  <a:lnTo>
                    <a:pt x="21" y="7414"/>
                  </a:lnTo>
                  <a:lnTo>
                    <a:pt x="0" y="7519"/>
                  </a:lnTo>
                  <a:lnTo>
                    <a:pt x="0" y="7624"/>
                  </a:lnTo>
                  <a:lnTo>
                    <a:pt x="0" y="7708"/>
                  </a:lnTo>
                  <a:lnTo>
                    <a:pt x="21" y="7814"/>
                  </a:lnTo>
                  <a:lnTo>
                    <a:pt x="63" y="7919"/>
                  </a:lnTo>
                  <a:lnTo>
                    <a:pt x="126" y="8003"/>
                  </a:lnTo>
                  <a:lnTo>
                    <a:pt x="274" y="8193"/>
                  </a:lnTo>
                  <a:lnTo>
                    <a:pt x="506" y="8382"/>
                  </a:lnTo>
                  <a:lnTo>
                    <a:pt x="779" y="8593"/>
                  </a:lnTo>
                  <a:lnTo>
                    <a:pt x="1116" y="8783"/>
                  </a:lnTo>
                  <a:lnTo>
                    <a:pt x="1516" y="8951"/>
                  </a:lnTo>
                  <a:lnTo>
                    <a:pt x="1980" y="9141"/>
                  </a:lnTo>
                  <a:lnTo>
                    <a:pt x="2485" y="9330"/>
                  </a:lnTo>
                  <a:lnTo>
                    <a:pt x="3054" y="9520"/>
                  </a:lnTo>
                  <a:lnTo>
                    <a:pt x="3686" y="9688"/>
                  </a:lnTo>
                  <a:lnTo>
                    <a:pt x="4381" y="9878"/>
                  </a:lnTo>
                  <a:lnTo>
                    <a:pt x="5118" y="10046"/>
                  </a:lnTo>
                  <a:lnTo>
                    <a:pt x="5897" y="10236"/>
                  </a:lnTo>
                  <a:lnTo>
                    <a:pt x="7645" y="10573"/>
                  </a:lnTo>
                  <a:lnTo>
                    <a:pt x="9604" y="10910"/>
                  </a:lnTo>
                  <a:lnTo>
                    <a:pt x="11752" y="11247"/>
                  </a:lnTo>
                  <a:lnTo>
                    <a:pt x="14089" y="11563"/>
                  </a:lnTo>
                  <a:lnTo>
                    <a:pt x="16617" y="11878"/>
                  </a:lnTo>
                  <a:lnTo>
                    <a:pt x="19333" y="12173"/>
                  </a:lnTo>
                  <a:lnTo>
                    <a:pt x="22219" y="12447"/>
                  </a:lnTo>
                  <a:lnTo>
                    <a:pt x="25293" y="12721"/>
                  </a:lnTo>
                  <a:lnTo>
                    <a:pt x="28516" y="12995"/>
                  </a:lnTo>
                  <a:lnTo>
                    <a:pt x="31885" y="13247"/>
                  </a:lnTo>
                  <a:lnTo>
                    <a:pt x="35423" y="13479"/>
                  </a:lnTo>
                  <a:lnTo>
                    <a:pt x="39109" y="13711"/>
                  </a:lnTo>
                  <a:lnTo>
                    <a:pt x="42921" y="13921"/>
                  </a:lnTo>
                  <a:lnTo>
                    <a:pt x="46859" y="14111"/>
                  </a:lnTo>
                  <a:lnTo>
                    <a:pt x="50945" y="14300"/>
                  </a:lnTo>
                  <a:lnTo>
                    <a:pt x="55136" y="14469"/>
                  </a:lnTo>
                  <a:lnTo>
                    <a:pt x="59453" y="14616"/>
                  </a:lnTo>
                  <a:lnTo>
                    <a:pt x="63876" y="14764"/>
                  </a:lnTo>
                  <a:lnTo>
                    <a:pt x="68404" y="14890"/>
                  </a:lnTo>
                  <a:lnTo>
                    <a:pt x="73016" y="14974"/>
                  </a:lnTo>
                  <a:lnTo>
                    <a:pt x="77733" y="15059"/>
                  </a:lnTo>
                  <a:lnTo>
                    <a:pt x="82514" y="15143"/>
                  </a:lnTo>
                  <a:lnTo>
                    <a:pt x="87400" y="15185"/>
                  </a:lnTo>
                  <a:lnTo>
                    <a:pt x="92328" y="15206"/>
                  </a:lnTo>
                  <a:lnTo>
                    <a:pt x="97341" y="15227"/>
                  </a:lnTo>
                  <a:lnTo>
                    <a:pt x="102353" y="15206"/>
                  </a:lnTo>
                  <a:lnTo>
                    <a:pt x="107302" y="15185"/>
                  </a:lnTo>
                  <a:lnTo>
                    <a:pt x="112167" y="15143"/>
                  </a:lnTo>
                  <a:lnTo>
                    <a:pt x="116969" y="15059"/>
                  </a:lnTo>
                  <a:lnTo>
                    <a:pt x="121665" y="14974"/>
                  </a:lnTo>
                  <a:lnTo>
                    <a:pt x="126298" y="14890"/>
                  </a:lnTo>
                  <a:lnTo>
                    <a:pt x="130805" y="14764"/>
                  </a:lnTo>
                  <a:lnTo>
                    <a:pt x="135228" y="14616"/>
                  </a:lnTo>
                  <a:lnTo>
                    <a:pt x="139545" y="14469"/>
                  </a:lnTo>
                  <a:lnTo>
                    <a:pt x="143736" y="14300"/>
                  </a:lnTo>
                  <a:lnTo>
                    <a:pt x="147822" y="14111"/>
                  </a:lnTo>
                  <a:lnTo>
                    <a:pt x="151760" y="13921"/>
                  </a:lnTo>
                  <a:lnTo>
                    <a:pt x="155593" y="13711"/>
                  </a:lnTo>
                  <a:lnTo>
                    <a:pt x="159258" y="13479"/>
                  </a:lnTo>
                  <a:lnTo>
                    <a:pt x="162796" y="13247"/>
                  </a:lnTo>
                  <a:lnTo>
                    <a:pt x="166186" y="12995"/>
                  </a:lnTo>
                  <a:lnTo>
                    <a:pt x="169409" y="12721"/>
                  </a:lnTo>
                  <a:lnTo>
                    <a:pt x="172462" y="12447"/>
                  </a:lnTo>
                  <a:lnTo>
                    <a:pt x="175348" y="12173"/>
                  </a:lnTo>
                  <a:lnTo>
                    <a:pt x="178064" y="11878"/>
                  </a:lnTo>
                  <a:lnTo>
                    <a:pt x="180592" y="11563"/>
                  </a:lnTo>
                  <a:lnTo>
                    <a:pt x="182950" y="11247"/>
                  </a:lnTo>
                  <a:lnTo>
                    <a:pt x="185099" y="10910"/>
                  </a:lnTo>
                  <a:lnTo>
                    <a:pt x="187036" y="10573"/>
                  </a:lnTo>
                  <a:lnTo>
                    <a:pt x="188784" y="10236"/>
                  </a:lnTo>
                  <a:lnTo>
                    <a:pt x="189584" y="10046"/>
                  </a:lnTo>
                  <a:lnTo>
                    <a:pt x="190322" y="9878"/>
                  </a:lnTo>
                  <a:lnTo>
                    <a:pt x="190995" y="9688"/>
                  </a:lnTo>
                  <a:lnTo>
                    <a:pt x="191627" y="9520"/>
                  </a:lnTo>
                  <a:lnTo>
                    <a:pt x="192196" y="9330"/>
                  </a:lnTo>
                  <a:lnTo>
                    <a:pt x="192701" y="9141"/>
                  </a:lnTo>
                  <a:lnTo>
                    <a:pt x="193165" y="8951"/>
                  </a:lnTo>
                  <a:lnTo>
                    <a:pt x="193565" y="8783"/>
                  </a:lnTo>
                  <a:lnTo>
                    <a:pt x="193902" y="8593"/>
                  </a:lnTo>
                  <a:lnTo>
                    <a:pt x="194197" y="8382"/>
                  </a:lnTo>
                  <a:lnTo>
                    <a:pt x="194407" y="8193"/>
                  </a:lnTo>
                  <a:lnTo>
                    <a:pt x="194555" y="8003"/>
                  </a:lnTo>
                  <a:lnTo>
                    <a:pt x="194618" y="7919"/>
                  </a:lnTo>
                  <a:lnTo>
                    <a:pt x="194660" y="7814"/>
                  </a:lnTo>
                  <a:lnTo>
                    <a:pt x="194681" y="7708"/>
                  </a:lnTo>
                  <a:lnTo>
                    <a:pt x="194681" y="7624"/>
                  </a:lnTo>
                  <a:lnTo>
                    <a:pt x="194681" y="7519"/>
                  </a:lnTo>
                  <a:lnTo>
                    <a:pt x="194660" y="7414"/>
                  </a:lnTo>
                  <a:lnTo>
                    <a:pt x="194618" y="7329"/>
                  </a:lnTo>
                  <a:lnTo>
                    <a:pt x="194555" y="7224"/>
                  </a:lnTo>
                  <a:lnTo>
                    <a:pt x="194407" y="7035"/>
                  </a:lnTo>
                  <a:lnTo>
                    <a:pt x="194197" y="6845"/>
                  </a:lnTo>
                  <a:lnTo>
                    <a:pt x="193902" y="6655"/>
                  </a:lnTo>
                  <a:lnTo>
                    <a:pt x="193565" y="6466"/>
                  </a:lnTo>
                  <a:lnTo>
                    <a:pt x="193165" y="6276"/>
                  </a:lnTo>
                  <a:lnTo>
                    <a:pt x="192701" y="6087"/>
                  </a:lnTo>
                  <a:lnTo>
                    <a:pt x="192196" y="5897"/>
                  </a:lnTo>
                  <a:lnTo>
                    <a:pt x="191627" y="5708"/>
                  </a:lnTo>
                  <a:lnTo>
                    <a:pt x="190995" y="5539"/>
                  </a:lnTo>
                  <a:lnTo>
                    <a:pt x="190322" y="5350"/>
                  </a:lnTo>
                  <a:lnTo>
                    <a:pt x="189584" y="5181"/>
                  </a:lnTo>
                  <a:lnTo>
                    <a:pt x="188784" y="4992"/>
                  </a:lnTo>
                  <a:lnTo>
                    <a:pt x="187036" y="4655"/>
                  </a:lnTo>
                  <a:lnTo>
                    <a:pt x="185099" y="4318"/>
                  </a:lnTo>
                  <a:lnTo>
                    <a:pt x="182950" y="3981"/>
                  </a:lnTo>
                  <a:lnTo>
                    <a:pt x="180592" y="3665"/>
                  </a:lnTo>
                  <a:lnTo>
                    <a:pt x="178064" y="3370"/>
                  </a:lnTo>
                  <a:lnTo>
                    <a:pt x="175348" y="3054"/>
                  </a:lnTo>
                  <a:lnTo>
                    <a:pt x="172462" y="2780"/>
                  </a:lnTo>
                  <a:lnTo>
                    <a:pt x="169409" y="2507"/>
                  </a:lnTo>
                  <a:lnTo>
                    <a:pt x="166186" y="2233"/>
                  </a:lnTo>
                  <a:lnTo>
                    <a:pt x="162796" y="1980"/>
                  </a:lnTo>
                  <a:lnTo>
                    <a:pt x="159258" y="1748"/>
                  </a:lnTo>
                  <a:lnTo>
                    <a:pt x="155593" y="1517"/>
                  </a:lnTo>
                  <a:lnTo>
                    <a:pt x="151760" y="1306"/>
                  </a:lnTo>
                  <a:lnTo>
                    <a:pt x="147822" y="1117"/>
                  </a:lnTo>
                  <a:lnTo>
                    <a:pt x="143736" y="927"/>
                  </a:lnTo>
                  <a:lnTo>
                    <a:pt x="139545" y="759"/>
                  </a:lnTo>
                  <a:lnTo>
                    <a:pt x="135228" y="611"/>
                  </a:lnTo>
                  <a:lnTo>
                    <a:pt x="130805" y="464"/>
                  </a:lnTo>
                  <a:lnTo>
                    <a:pt x="126298" y="358"/>
                  </a:lnTo>
                  <a:lnTo>
                    <a:pt x="121665" y="253"/>
                  </a:lnTo>
                  <a:lnTo>
                    <a:pt x="116969" y="169"/>
                  </a:lnTo>
                  <a:lnTo>
                    <a:pt x="112167" y="85"/>
                  </a:lnTo>
                  <a:lnTo>
                    <a:pt x="107302" y="43"/>
                  </a:lnTo>
                  <a:lnTo>
                    <a:pt x="102353" y="21"/>
                  </a:lnTo>
                  <a:lnTo>
                    <a:pt x="97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103"/>
            <p:cNvSpPr/>
            <p:nvPr/>
          </p:nvSpPr>
          <p:spPr>
            <a:xfrm>
              <a:off x="1486000" y="5096200"/>
              <a:ext cx="4867025" cy="380675"/>
            </a:xfrm>
            <a:custGeom>
              <a:avLst/>
              <a:gdLst/>
              <a:ahLst/>
              <a:cxnLst/>
              <a:rect l="l" t="t" r="r" b="b"/>
              <a:pathLst>
                <a:path w="194681" h="15227" fill="none" extrusionOk="0">
                  <a:moveTo>
                    <a:pt x="97341" y="0"/>
                  </a:moveTo>
                  <a:lnTo>
                    <a:pt x="97341" y="0"/>
                  </a:lnTo>
                  <a:lnTo>
                    <a:pt x="102353" y="21"/>
                  </a:lnTo>
                  <a:lnTo>
                    <a:pt x="107302" y="43"/>
                  </a:lnTo>
                  <a:lnTo>
                    <a:pt x="112167" y="85"/>
                  </a:lnTo>
                  <a:lnTo>
                    <a:pt x="116969" y="169"/>
                  </a:lnTo>
                  <a:lnTo>
                    <a:pt x="121665" y="253"/>
                  </a:lnTo>
                  <a:lnTo>
                    <a:pt x="126298" y="358"/>
                  </a:lnTo>
                  <a:lnTo>
                    <a:pt x="130805" y="464"/>
                  </a:lnTo>
                  <a:lnTo>
                    <a:pt x="135228" y="611"/>
                  </a:lnTo>
                  <a:lnTo>
                    <a:pt x="139545" y="759"/>
                  </a:lnTo>
                  <a:lnTo>
                    <a:pt x="143736" y="927"/>
                  </a:lnTo>
                  <a:lnTo>
                    <a:pt x="147822" y="1117"/>
                  </a:lnTo>
                  <a:lnTo>
                    <a:pt x="151760" y="1306"/>
                  </a:lnTo>
                  <a:lnTo>
                    <a:pt x="155593" y="1517"/>
                  </a:lnTo>
                  <a:lnTo>
                    <a:pt x="159258" y="1748"/>
                  </a:lnTo>
                  <a:lnTo>
                    <a:pt x="162796" y="1980"/>
                  </a:lnTo>
                  <a:lnTo>
                    <a:pt x="166186" y="2233"/>
                  </a:lnTo>
                  <a:lnTo>
                    <a:pt x="169409" y="2507"/>
                  </a:lnTo>
                  <a:lnTo>
                    <a:pt x="172462" y="2780"/>
                  </a:lnTo>
                  <a:lnTo>
                    <a:pt x="175348" y="3054"/>
                  </a:lnTo>
                  <a:lnTo>
                    <a:pt x="178064" y="3370"/>
                  </a:lnTo>
                  <a:lnTo>
                    <a:pt x="180592" y="3665"/>
                  </a:lnTo>
                  <a:lnTo>
                    <a:pt x="182950" y="3981"/>
                  </a:lnTo>
                  <a:lnTo>
                    <a:pt x="185099" y="4318"/>
                  </a:lnTo>
                  <a:lnTo>
                    <a:pt x="187036" y="4655"/>
                  </a:lnTo>
                  <a:lnTo>
                    <a:pt x="188784" y="4992"/>
                  </a:lnTo>
                  <a:lnTo>
                    <a:pt x="189584" y="5181"/>
                  </a:lnTo>
                  <a:lnTo>
                    <a:pt x="190322" y="5350"/>
                  </a:lnTo>
                  <a:lnTo>
                    <a:pt x="190995" y="5539"/>
                  </a:lnTo>
                  <a:lnTo>
                    <a:pt x="191627" y="5708"/>
                  </a:lnTo>
                  <a:lnTo>
                    <a:pt x="192196" y="5897"/>
                  </a:lnTo>
                  <a:lnTo>
                    <a:pt x="192701" y="6087"/>
                  </a:lnTo>
                  <a:lnTo>
                    <a:pt x="193165" y="6276"/>
                  </a:lnTo>
                  <a:lnTo>
                    <a:pt x="193565" y="6466"/>
                  </a:lnTo>
                  <a:lnTo>
                    <a:pt x="193902" y="6655"/>
                  </a:lnTo>
                  <a:lnTo>
                    <a:pt x="194197" y="6845"/>
                  </a:lnTo>
                  <a:lnTo>
                    <a:pt x="194407" y="7035"/>
                  </a:lnTo>
                  <a:lnTo>
                    <a:pt x="194555" y="7224"/>
                  </a:lnTo>
                  <a:lnTo>
                    <a:pt x="194618" y="7329"/>
                  </a:lnTo>
                  <a:lnTo>
                    <a:pt x="194660" y="7414"/>
                  </a:lnTo>
                  <a:lnTo>
                    <a:pt x="194681" y="7519"/>
                  </a:lnTo>
                  <a:lnTo>
                    <a:pt x="194681" y="7624"/>
                  </a:lnTo>
                  <a:lnTo>
                    <a:pt x="194681" y="7624"/>
                  </a:lnTo>
                  <a:lnTo>
                    <a:pt x="194681" y="7708"/>
                  </a:lnTo>
                  <a:lnTo>
                    <a:pt x="194660" y="7814"/>
                  </a:lnTo>
                  <a:lnTo>
                    <a:pt x="194618" y="7919"/>
                  </a:lnTo>
                  <a:lnTo>
                    <a:pt x="194555" y="8003"/>
                  </a:lnTo>
                  <a:lnTo>
                    <a:pt x="194407" y="8193"/>
                  </a:lnTo>
                  <a:lnTo>
                    <a:pt x="194197" y="8382"/>
                  </a:lnTo>
                  <a:lnTo>
                    <a:pt x="193902" y="8593"/>
                  </a:lnTo>
                  <a:lnTo>
                    <a:pt x="193565" y="8783"/>
                  </a:lnTo>
                  <a:lnTo>
                    <a:pt x="193165" y="8951"/>
                  </a:lnTo>
                  <a:lnTo>
                    <a:pt x="192701" y="9141"/>
                  </a:lnTo>
                  <a:lnTo>
                    <a:pt x="192196" y="9330"/>
                  </a:lnTo>
                  <a:lnTo>
                    <a:pt x="191627" y="9520"/>
                  </a:lnTo>
                  <a:lnTo>
                    <a:pt x="190995" y="9688"/>
                  </a:lnTo>
                  <a:lnTo>
                    <a:pt x="190322" y="9878"/>
                  </a:lnTo>
                  <a:lnTo>
                    <a:pt x="189584" y="10046"/>
                  </a:lnTo>
                  <a:lnTo>
                    <a:pt x="188784" y="10236"/>
                  </a:lnTo>
                  <a:lnTo>
                    <a:pt x="187036" y="10573"/>
                  </a:lnTo>
                  <a:lnTo>
                    <a:pt x="185099" y="10910"/>
                  </a:lnTo>
                  <a:lnTo>
                    <a:pt x="182950" y="11247"/>
                  </a:lnTo>
                  <a:lnTo>
                    <a:pt x="180592" y="11563"/>
                  </a:lnTo>
                  <a:lnTo>
                    <a:pt x="178064" y="11878"/>
                  </a:lnTo>
                  <a:lnTo>
                    <a:pt x="175348" y="12173"/>
                  </a:lnTo>
                  <a:lnTo>
                    <a:pt x="172462" y="12447"/>
                  </a:lnTo>
                  <a:lnTo>
                    <a:pt x="169409" y="12721"/>
                  </a:lnTo>
                  <a:lnTo>
                    <a:pt x="166186" y="12995"/>
                  </a:lnTo>
                  <a:lnTo>
                    <a:pt x="162796" y="13247"/>
                  </a:lnTo>
                  <a:lnTo>
                    <a:pt x="159258" y="13479"/>
                  </a:lnTo>
                  <a:lnTo>
                    <a:pt x="155593" y="13711"/>
                  </a:lnTo>
                  <a:lnTo>
                    <a:pt x="151760" y="13921"/>
                  </a:lnTo>
                  <a:lnTo>
                    <a:pt x="147822" y="14111"/>
                  </a:lnTo>
                  <a:lnTo>
                    <a:pt x="143736" y="14300"/>
                  </a:lnTo>
                  <a:lnTo>
                    <a:pt x="139545" y="14469"/>
                  </a:lnTo>
                  <a:lnTo>
                    <a:pt x="135228" y="14616"/>
                  </a:lnTo>
                  <a:lnTo>
                    <a:pt x="130805" y="14764"/>
                  </a:lnTo>
                  <a:lnTo>
                    <a:pt x="126298" y="14890"/>
                  </a:lnTo>
                  <a:lnTo>
                    <a:pt x="121665" y="14974"/>
                  </a:lnTo>
                  <a:lnTo>
                    <a:pt x="116969" y="15059"/>
                  </a:lnTo>
                  <a:lnTo>
                    <a:pt x="112167" y="15143"/>
                  </a:lnTo>
                  <a:lnTo>
                    <a:pt x="107302" y="15185"/>
                  </a:lnTo>
                  <a:lnTo>
                    <a:pt x="102353" y="15206"/>
                  </a:lnTo>
                  <a:lnTo>
                    <a:pt x="97341" y="15227"/>
                  </a:lnTo>
                  <a:lnTo>
                    <a:pt x="97341" y="15227"/>
                  </a:lnTo>
                  <a:lnTo>
                    <a:pt x="92328" y="15206"/>
                  </a:lnTo>
                  <a:lnTo>
                    <a:pt x="87400" y="15185"/>
                  </a:lnTo>
                  <a:lnTo>
                    <a:pt x="82514" y="15143"/>
                  </a:lnTo>
                  <a:lnTo>
                    <a:pt x="77733" y="15059"/>
                  </a:lnTo>
                  <a:lnTo>
                    <a:pt x="73016" y="14974"/>
                  </a:lnTo>
                  <a:lnTo>
                    <a:pt x="68404" y="14890"/>
                  </a:lnTo>
                  <a:lnTo>
                    <a:pt x="63876" y="14764"/>
                  </a:lnTo>
                  <a:lnTo>
                    <a:pt x="59453" y="14616"/>
                  </a:lnTo>
                  <a:lnTo>
                    <a:pt x="55136" y="14469"/>
                  </a:lnTo>
                  <a:lnTo>
                    <a:pt x="50945" y="14300"/>
                  </a:lnTo>
                  <a:lnTo>
                    <a:pt x="46859" y="14111"/>
                  </a:lnTo>
                  <a:lnTo>
                    <a:pt x="42921" y="13921"/>
                  </a:lnTo>
                  <a:lnTo>
                    <a:pt x="39109" y="13711"/>
                  </a:lnTo>
                  <a:lnTo>
                    <a:pt x="35423" y="13479"/>
                  </a:lnTo>
                  <a:lnTo>
                    <a:pt x="31885" y="13247"/>
                  </a:lnTo>
                  <a:lnTo>
                    <a:pt x="28516" y="12995"/>
                  </a:lnTo>
                  <a:lnTo>
                    <a:pt x="25293" y="12721"/>
                  </a:lnTo>
                  <a:lnTo>
                    <a:pt x="22219" y="12447"/>
                  </a:lnTo>
                  <a:lnTo>
                    <a:pt x="19333" y="12173"/>
                  </a:lnTo>
                  <a:lnTo>
                    <a:pt x="16617" y="11878"/>
                  </a:lnTo>
                  <a:lnTo>
                    <a:pt x="14089" y="11563"/>
                  </a:lnTo>
                  <a:lnTo>
                    <a:pt x="11752" y="11247"/>
                  </a:lnTo>
                  <a:lnTo>
                    <a:pt x="9604" y="10910"/>
                  </a:lnTo>
                  <a:lnTo>
                    <a:pt x="7645" y="10573"/>
                  </a:lnTo>
                  <a:lnTo>
                    <a:pt x="5897" y="10236"/>
                  </a:lnTo>
                  <a:lnTo>
                    <a:pt x="5118" y="10046"/>
                  </a:lnTo>
                  <a:lnTo>
                    <a:pt x="4381" y="9878"/>
                  </a:lnTo>
                  <a:lnTo>
                    <a:pt x="3686" y="9688"/>
                  </a:lnTo>
                  <a:lnTo>
                    <a:pt x="3054" y="9520"/>
                  </a:lnTo>
                  <a:lnTo>
                    <a:pt x="2485" y="9330"/>
                  </a:lnTo>
                  <a:lnTo>
                    <a:pt x="1980" y="9141"/>
                  </a:lnTo>
                  <a:lnTo>
                    <a:pt x="1516" y="8951"/>
                  </a:lnTo>
                  <a:lnTo>
                    <a:pt x="1116" y="8783"/>
                  </a:lnTo>
                  <a:lnTo>
                    <a:pt x="779" y="8593"/>
                  </a:lnTo>
                  <a:lnTo>
                    <a:pt x="506" y="8382"/>
                  </a:lnTo>
                  <a:lnTo>
                    <a:pt x="274" y="8193"/>
                  </a:lnTo>
                  <a:lnTo>
                    <a:pt x="126" y="8003"/>
                  </a:lnTo>
                  <a:lnTo>
                    <a:pt x="63" y="7919"/>
                  </a:lnTo>
                  <a:lnTo>
                    <a:pt x="21" y="7814"/>
                  </a:lnTo>
                  <a:lnTo>
                    <a:pt x="0" y="7708"/>
                  </a:lnTo>
                  <a:lnTo>
                    <a:pt x="0" y="7624"/>
                  </a:lnTo>
                  <a:lnTo>
                    <a:pt x="0" y="7624"/>
                  </a:lnTo>
                  <a:lnTo>
                    <a:pt x="0" y="7519"/>
                  </a:lnTo>
                  <a:lnTo>
                    <a:pt x="21" y="7414"/>
                  </a:lnTo>
                  <a:lnTo>
                    <a:pt x="63" y="7329"/>
                  </a:lnTo>
                  <a:lnTo>
                    <a:pt x="126" y="7224"/>
                  </a:lnTo>
                  <a:lnTo>
                    <a:pt x="274" y="7035"/>
                  </a:lnTo>
                  <a:lnTo>
                    <a:pt x="506" y="6845"/>
                  </a:lnTo>
                  <a:lnTo>
                    <a:pt x="779" y="6655"/>
                  </a:lnTo>
                  <a:lnTo>
                    <a:pt x="1116" y="6466"/>
                  </a:lnTo>
                  <a:lnTo>
                    <a:pt x="1516" y="6276"/>
                  </a:lnTo>
                  <a:lnTo>
                    <a:pt x="1980" y="6087"/>
                  </a:lnTo>
                  <a:lnTo>
                    <a:pt x="2485" y="5897"/>
                  </a:lnTo>
                  <a:lnTo>
                    <a:pt x="3054" y="5708"/>
                  </a:lnTo>
                  <a:lnTo>
                    <a:pt x="3686" y="5539"/>
                  </a:lnTo>
                  <a:lnTo>
                    <a:pt x="4381" y="5350"/>
                  </a:lnTo>
                  <a:lnTo>
                    <a:pt x="5118" y="5181"/>
                  </a:lnTo>
                  <a:lnTo>
                    <a:pt x="5897" y="4992"/>
                  </a:lnTo>
                  <a:lnTo>
                    <a:pt x="7645" y="4655"/>
                  </a:lnTo>
                  <a:lnTo>
                    <a:pt x="9604" y="4318"/>
                  </a:lnTo>
                  <a:lnTo>
                    <a:pt x="11752" y="3981"/>
                  </a:lnTo>
                  <a:lnTo>
                    <a:pt x="14089" y="3665"/>
                  </a:lnTo>
                  <a:lnTo>
                    <a:pt x="16617" y="3370"/>
                  </a:lnTo>
                  <a:lnTo>
                    <a:pt x="19333" y="3054"/>
                  </a:lnTo>
                  <a:lnTo>
                    <a:pt x="22219" y="2780"/>
                  </a:lnTo>
                  <a:lnTo>
                    <a:pt x="25293" y="2507"/>
                  </a:lnTo>
                  <a:lnTo>
                    <a:pt x="28516" y="2233"/>
                  </a:lnTo>
                  <a:lnTo>
                    <a:pt x="31885" y="1980"/>
                  </a:lnTo>
                  <a:lnTo>
                    <a:pt x="35423" y="1748"/>
                  </a:lnTo>
                  <a:lnTo>
                    <a:pt x="39109" y="1517"/>
                  </a:lnTo>
                  <a:lnTo>
                    <a:pt x="42921" y="1306"/>
                  </a:lnTo>
                  <a:lnTo>
                    <a:pt x="46859" y="1117"/>
                  </a:lnTo>
                  <a:lnTo>
                    <a:pt x="50945" y="927"/>
                  </a:lnTo>
                  <a:lnTo>
                    <a:pt x="55136" y="759"/>
                  </a:lnTo>
                  <a:lnTo>
                    <a:pt x="59453" y="611"/>
                  </a:lnTo>
                  <a:lnTo>
                    <a:pt x="63876" y="464"/>
                  </a:lnTo>
                  <a:lnTo>
                    <a:pt x="68404" y="358"/>
                  </a:lnTo>
                  <a:lnTo>
                    <a:pt x="73016" y="253"/>
                  </a:lnTo>
                  <a:lnTo>
                    <a:pt x="77733" y="169"/>
                  </a:lnTo>
                  <a:lnTo>
                    <a:pt x="82514" y="85"/>
                  </a:lnTo>
                  <a:lnTo>
                    <a:pt x="87400" y="43"/>
                  </a:lnTo>
                  <a:lnTo>
                    <a:pt x="92328" y="21"/>
                  </a:lnTo>
                  <a:lnTo>
                    <a:pt x="97341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103"/>
            <p:cNvSpPr/>
            <p:nvPr/>
          </p:nvSpPr>
          <p:spPr>
            <a:xfrm>
              <a:off x="1266975" y="945750"/>
              <a:ext cx="4969700" cy="3057450"/>
            </a:xfrm>
            <a:custGeom>
              <a:avLst/>
              <a:gdLst/>
              <a:ahLst/>
              <a:cxnLst/>
              <a:rect l="l" t="t" r="r" b="b"/>
              <a:pathLst>
                <a:path w="198788" h="122298" extrusionOk="0">
                  <a:moveTo>
                    <a:pt x="195881" y="0"/>
                  </a:moveTo>
                  <a:lnTo>
                    <a:pt x="195608" y="21"/>
                  </a:lnTo>
                  <a:lnTo>
                    <a:pt x="195313" y="84"/>
                  </a:lnTo>
                  <a:lnTo>
                    <a:pt x="152645" y="9962"/>
                  </a:lnTo>
                  <a:lnTo>
                    <a:pt x="152455" y="10004"/>
                  </a:lnTo>
                  <a:lnTo>
                    <a:pt x="152287" y="10067"/>
                  </a:lnTo>
                  <a:lnTo>
                    <a:pt x="152097" y="10151"/>
                  </a:lnTo>
                  <a:lnTo>
                    <a:pt x="151929" y="10235"/>
                  </a:lnTo>
                  <a:lnTo>
                    <a:pt x="151781" y="10320"/>
                  </a:lnTo>
                  <a:lnTo>
                    <a:pt x="151613" y="10425"/>
                  </a:lnTo>
                  <a:lnTo>
                    <a:pt x="151465" y="10551"/>
                  </a:lnTo>
                  <a:lnTo>
                    <a:pt x="151318" y="10678"/>
                  </a:lnTo>
                  <a:lnTo>
                    <a:pt x="151128" y="10888"/>
                  </a:lnTo>
                  <a:lnTo>
                    <a:pt x="150960" y="11120"/>
                  </a:lnTo>
                  <a:lnTo>
                    <a:pt x="150812" y="11352"/>
                  </a:lnTo>
                  <a:lnTo>
                    <a:pt x="150686" y="11604"/>
                  </a:lnTo>
                  <a:lnTo>
                    <a:pt x="150602" y="11857"/>
                  </a:lnTo>
                  <a:lnTo>
                    <a:pt x="150518" y="12131"/>
                  </a:lnTo>
                  <a:lnTo>
                    <a:pt x="150475" y="12405"/>
                  </a:lnTo>
                  <a:lnTo>
                    <a:pt x="150454" y="12657"/>
                  </a:lnTo>
                  <a:lnTo>
                    <a:pt x="150475" y="12931"/>
                  </a:lnTo>
                  <a:lnTo>
                    <a:pt x="150497" y="13205"/>
                  </a:lnTo>
                  <a:lnTo>
                    <a:pt x="150560" y="13479"/>
                  </a:lnTo>
                  <a:lnTo>
                    <a:pt x="150644" y="13731"/>
                  </a:lnTo>
                  <a:lnTo>
                    <a:pt x="150770" y="13984"/>
                  </a:lnTo>
                  <a:lnTo>
                    <a:pt x="150897" y="14237"/>
                  </a:lnTo>
                  <a:lnTo>
                    <a:pt x="151065" y="14468"/>
                  </a:lnTo>
                  <a:lnTo>
                    <a:pt x="151255" y="14679"/>
                  </a:lnTo>
                  <a:lnTo>
                    <a:pt x="157910" y="21608"/>
                  </a:lnTo>
                  <a:lnTo>
                    <a:pt x="157973" y="21671"/>
                  </a:lnTo>
                  <a:lnTo>
                    <a:pt x="158162" y="21903"/>
                  </a:lnTo>
                  <a:lnTo>
                    <a:pt x="158310" y="22134"/>
                  </a:lnTo>
                  <a:lnTo>
                    <a:pt x="158457" y="22387"/>
                  </a:lnTo>
                  <a:lnTo>
                    <a:pt x="158542" y="22640"/>
                  </a:lnTo>
                  <a:lnTo>
                    <a:pt x="158626" y="22893"/>
                  </a:lnTo>
                  <a:lnTo>
                    <a:pt x="158689" y="23166"/>
                  </a:lnTo>
                  <a:lnTo>
                    <a:pt x="158710" y="23440"/>
                  </a:lnTo>
                  <a:lnTo>
                    <a:pt x="158710" y="23714"/>
                  </a:lnTo>
                  <a:lnTo>
                    <a:pt x="158689" y="23967"/>
                  </a:lnTo>
                  <a:lnTo>
                    <a:pt x="158626" y="24240"/>
                  </a:lnTo>
                  <a:lnTo>
                    <a:pt x="158542" y="24493"/>
                  </a:lnTo>
                  <a:lnTo>
                    <a:pt x="158457" y="24746"/>
                  </a:lnTo>
                  <a:lnTo>
                    <a:pt x="158331" y="24999"/>
                  </a:lnTo>
                  <a:lnTo>
                    <a:pt x="158162" y="25230"/>
                  </a:lnTo>
                  <a:lnTo>
                    <a:pt x="157994" y="25462"/>
                  </a:lnTo>
                  <a:lnTo>
                    <a:pt x="157783" y="25651"/>
                  </a:lnTo>
                  <a:lnTo>
                    <a:pt x="113220" y="66150"/>
                  </a:lnTo>
                  <a:lnTo>
                    <a:pt x="113009" y="66319"/>
                  </a:lnTo>
                  <a:lnTo>
                    <a:pt x="112799" y="66466"/>
                  </a:lnTo>
                  <a:lnTo>
                    <a:pt x="112567" y="66572"/>
                  </a:lnTo>
                  <a:lnTo>
                    <a:pt x="112335" y="66677"/>
                  </a:lnTo>
                  <a:lnTo>
                    <a:pt x="112104" y="66761"/>
                  </a:lnTo>
                  <a:lnTo>
                    <a:pt x="111872" y="66824"/>
                  </a:lnTo>
                  <a:lnTo>
                    <a:pt x="111619" y="66867"/>
                  </a:lnTo>
                  <a:lnTo>
                    <a:pt x="111135" y="66867"/>
                  </a:lnTo>
                  <a:lnTo>
                    <a:pt x="110882" y="66845"/>
                  </a:lnTo>
                  <a:lnTo>
                    <a:pt x="110629" y="66803"/>
                  </a:lnTo>
                  <a:lnTo>
                    <a:pt x="110398" y="66719"/>
                  </a:lnTo>
                  <a:lnTo>
                    <a:pt x="110166" y="66635"/>
                  </a:lnTo>
                  <a:lnTo>
                    <a:pt x="109935" y="66508"/>
                  </a:lnTo>
                  <a:lnTo>
                    <a:pt x="109724" y="66382"/>
                  </a:lnTo>
                  <a:lnTo>
                    <a:pt x="109513" y="66235"/>
                  </a:lnTo>
                  <a:lnTo>
                    <a:pt x="73774" y="36455"/>
                  </a:lnTo>
                  <a:lnTo>
                    <a:pt x="73585" y="36308"/>
                  </a:lnTo>
                  <a:lnTo>
                    <a:pt x="73353" y="36161"/>
                  </a:lnTo>
                  <a:lnTo>
                    <a:pt x="73142" y="36055"/>
                  </a:lnTo>
                  <a:lnTo>
                    <a:pt x="72911" y="35971"/>
                  </a:lnTo>
                  <a:lnTo>
                    <a:pt x="72658" y="35887"/>
                  </a:lnTo>
                  <a:lnTo>
                    <a:pt x="72426" y="35845"/>
                  </a:lnTo>
                  <a:lnTo>
                    <a:pt x="72173" y="35824"/>
                  </a:lnTo>
                  <a:lnTo>
                    <a:pt x="71942" y="35803"/>
                  </a:lnTo>
                  <a:lnTo>
                    <a:pt x="71689" y="35824"/>
                  </a:lnTo>
                  <a:lnTo>
                    <a:pt x="71457" y="35866"/>
                  </a:lnTo>
                  <a:lnTo>
                    <a:pt x="71205" y="35908"/>
                  </a:lnTo>
                  <a:lnTo>
                    <a:pt x="70973" y="35992"/>
                  </a:lnTo>
                  <a:lnTo>
                    <a:pt x="70741" y="36097"/>
                  </a:lnTo>
                  <a:lnTo>
                    <a:pt x="70531" y="36203"/>
                  </a:lnTo>
                  <a:lnTo>
                    <a:pt x="70320" y="36350"/>
                  </a:lnTo>
                  <a:lnTo>
                    <a:pt x="70110" y="36498"/>
                  </a:lnTo>
                  <a:lnTo>
                    <a:pt x="3622" y="95445"/>
                  </a:lnTo>
                  <a:lnTo>
                    <a:pt x="3433" y="95635"/>
                  </a:lnTo>
                  <a:lnTo>
                    <a:pt x="3264" y="95824"/>
                  </a:lnTo>
                  <a:lnTo>
                    <a:pt x="3117" y="96035"/>
                  </a:lnTo>
                  <a:lnTo>
                    <a:pt x="2969" y="96267"/>
                  </a:lnTo>
                  <a:lnTo>
                    <a:pt x="2864" y="96498"/>
                  </a:lnTo>
                  <a:lnTo>
                    <a:pt x="2780" y="96751"/>
                  </a:lnTo>
                  <a:lnTo>
                    <a:pt x="2717" y="97004"/>
                  </a:lnTo>
                  <a:lnTo>
                    <a:pt x="2675" y="97278"/>
                  </a:lnTo>
                  <a:lnTo>
                    <a:pt x="0" y="122297"/>
                  </a:lnTo>
                  <a:lnTo>
                    <a:pt x="70468" y="59853"/>
                  </a:lnTo>
                  <a:lnTo>
                    <a:pt x="70678" y="59685"/>
                  </a:lnTo>
                  <a:lnTo>
                    <a:pt x="70889" y="59559"/>
                  </a:lnTo>
                  <a:lnTo>
                    <a:pt x="71120" y="59432"/>
                  </a:lnTo>
                  <a:lnTo>
                    <a:pt x="71331" y="59327"/>
                  </a:lnTo>
                  <a:lnTo>
                    <a:pt x="71563" y="59264"/>
                  </a:lnTo>
                  <a:lnTo>
                    <a:pt x="71815" y="59201"/>
                  </a:lnTo>
                  <a:lnTo>
                    <a:pt x="72047" y="59158"/>
                  </a:lnTo>
                  <a:lnTo>
                    <a:pt x="72553" y="59158"/>
                  </a:lnTo>
                  <a:lnTo>
                    <a:pt x="72784" y="59179"/>
                  </a:lnTo>
                  <a:lnTo>
                    <a:pt x="73016" y="59243"/>
                  </a:lnTo>
                  <a:lnTo>
                    <a:pt x="73269" y="59306"/>
                  </a:lnTo>
                  <a:lnTo>
                    <a:pt x="73500" y="59390"/>
                  </a:lnTo>
                  <a:lnTo>
                    <a:pt x="73711" y="59516"/>
                  </a:lnTo>
                  <a:lnTo>
                    <a:pt x="73943" y="59643"/>
                  </a:lnTo>
                  <a:lnTo>
                    <a:pt x="74132" y="59790"/>
                  </a:lnTo>
                  <a:lnTo>
                    <a:pt x="110019" y="89612"/>
                  </a:lnTo>
                  <a:lnTo>
                    <a:pt x="110229" y="89780"/>
                  </a:lnTo>
                  <a:lnTo>
                    <a:pt x="110440" y="89906"/>
                  </a:lnTo>
                  <a:lnTo>
                    <a:pt x="110672" y="90033"/>
                  </a:lnTo>
                  <a:lnTo>
                    <a:pt x="110903" y="90117"/>
                  </a:lnTo>
                  <a:lnTo>
                    <a:pt x="111135" y="90201"/>
                  </a:lnTo>
                  <a:lnTo>
                    <a:pt x="111388" y="90243"/>
                  </a:lnTo>
                  <a:lnTo>
                    <a:pt x="111640" y="90265"/>
                  </a:lnTo>
                  <a:lnTo>
                    <a:pt x="112125" y="90265"/>
                  </a:lnTo>
                  <a:lnTo>
                    <a:pt x="112377" y="90222"/>
                  </a:lnTo>
                  <a:lnTo>
                    <a:pt x="112609" y="90159"/>
                  </a:lnTo>
                  <a:lnTo>
                    <a:pt x="112862" y="90075"/>
                  </a:lnTo>
                  <a:lnTo>
                    <a:pt x="113072" y="89970"/>
                  </a:lnTo>
                  <a:lnTo>
                    <a:pt x="113304" y="89864"/>
                  </a:lnTo>
                  <a:lnTo>
                    <a:pt x="113515" y="89717"/>
                  </a:lnTo>
                  <a:lnTo>
                    <a:pt x="113725" y="89548"/>
                  </a:lnTo>
                  <a:lnTo>
                    <a:pt x="170209" y="38246"/>
                  </a:lnTo>
                  <a:lnTo>
                    <a:pt x="170441" y="38077"/>
                  </a:lnTo>
                  <a:lnTo>
                    <a:pt x="170672" y="37930"/>
                  </a:lnTo>
                  <a:lnTo>
                    <a:pt x="170904" y="37782"/>
                  </a:lnTo>
                  <a:lnTo>
                    <a:pt x="171157" y="37698"/>
                  </a:lnTo>
                  <a:lnTo>
                    <a:pt x="171409" y="37614"/>
                  </a:lnTo>
                  <a:lnTo>
                    <a:pt x="171683" y="37551"/>
                  </a:lnTo>
                  <a:lnTo>
                    <a:pt x="171936" y="37530"/>
                  </a:lnTo>
                  <a:lnTo>
                    <a:pt x="172210" y="37530"/>
                  </a:lnTo>
                  <a:lnTo>
                    <a:pt x="172483" y="37551"/>
                  </a:lnTo>
                  <a:lnTo>
                    <a:pt x="172736" y="37593"/>
                  </a:lnTo>
                  <a:lnTo>
                    <a:pt x="172989" y="37656"/>
                  </a:lnTo>
                  <a:lnTo>
                    <a:pt x="173242" y="37761"/>
                  </a:lnTo>
                  <a:lnTo>
                    <a:pt x="173494" y="37866"/>
                  </a:lnTo>
                  <a:lnTo>
                    <a:pt x="173726" y="38014"/>
                  </a:lnTo>
                  <a:lnTo>
                    <a:pt x="173937" y="38182"/>
                  </a:lnTo>
                  <a:lnTo>
                    <a:pt x="174147" y="38372"/>
                  </a:lnTo>
                  <a:lnTo>
                    <a:pt x="180908" y="45385"/>
                  </a:lnTo>
                  <a:lnTo>
                    <a:pt x="181181" y="45617"/>
                  </a:lnTo>
                  <a:lnTo>
                    <a:pt x="181455" y="45827"/>
                  </a:lnTo>
                  <a:lnTo>
                    <a:pt x="181771" y="45996"/>
                  </a:lnTo>
                  <a:lnTo>
                    <a:pt x="182087" y="46122"/>
                  </a:lnTo>
                  <a:lnTo>
                    <a:pt x="182361" y="46185"/>
                  </a:lnTo>
                  <a:lnTo>
                    <a:pt x="182656" y="46227"/>
                  </a:lnTo>
                  <a:lnTo>
                    <a:pt x="182929" y="46248"/>
                  </a:lnTo>
                  <a:lnTo>
                    <a:pt x="183203" y="46248"/>
                  </a:lnTo>
                  <a:lnTo>
                    <a:pt x="183477" y="46206"/>
                  </a:lnTo>
                  <a:lnTo>
                    <a:pt x="183730" y="46143"/>
                  </a:lnTo>
                  <a:lnTo>
                    <a:pt x="184003" y="46038"/>
                  </a:lnTo>
                  <a:lnTo>
                    <a:pt x="184235" y="45933"/>
                  </a:lnTo>
                  <a:lnTo>
                    <a:pt x="184467" y="45806"/>
                  </a:lnTo>
                  <a:lnTo>
                    <a:pt x="184698" y="45638"/>
                  </a:lnTo>
                  <a:lnTo>
                    <a:pt x="184909" y="45469"/>
                  </a:lnTo>
                  <a:lnTo>
                    <a:pt x="185099" y="45259"/>
                  </a:lnTo>
                  <a:lnTo>
                    <a:pt x="185267" y="45048"/>
                  </a:lnTo>
                  <a:lnTo>
                    <a:pt x="185414" y="44816"/>
                  </a:lnTo>
                  <a:lnTo>
                    <a:pt x="185541" y="44564"/>
                  </a:lnTo>
                  <a:lnTo>
                    <a:pt x="185625" y="44290"/>
                  </a:lnTo>
                  <a:lnTo>
                    <a:pt x="198640" y="3686"/>
                  </a:lnTo>
                  <a:lnTo>
                    <a:pt x="198703" y="3517"/>
                  </a:lnTo>
                  <a:lnTo>
                    <a:pt x="198746" y="3328"/>
                  </a:lnTo>
                  <a:lnTo>
                    <a:pt x="198767" y="3138"/>
                  </a:lnTo>
                  <a:lnTo>
                    <a:pt x="198788" y="2948"/>
                  </a:lnTo>
                  <a:lnTo>
                    <a:pt x="198788" y="2759"/>
                  </a:lnTo>
                  <a:lnTo>
                    <a:pt x="198767" y="2569"/>
                  </a:lnTo>
                  <a:lnTo>
                    <a:pt x="198746" y="2380"/>
                  </a:lnTo>
                  <a:lnTo>
                    <a:pt x="198703" y="2190"/>
                  </a:lnTo>
                  <a:lnTo>
                    <a:pt x="198619" y="1895"/>
                  </a:lnTo>
                  <a:lnTo>
                    <a:pt x="198514" y="1643"/>
                  </a:lnTo>
                  <a:lnTo>
                    <a:pt x="198388" y="1390"/>
                  </a:lnTo>
                  <a:lnTo>
                    <a:pt x="198240" y="1158"/>
                  </a:lnTo>
                  <a:lnTo>
                    <a:pt x="198072" y="948"/>
                  </a:lnTo>
                  <a:lnTo>
                    <a:pt x="197882" y="758"/>
                  </a:lnTo>
                  <a:lnTo>
                    <a:pt x="197671" y="590"/>
                  </a:lnTo>
                  <a:lnTo>
                    <a:pt x="197440" y="421"/>
                  </a:lnTo>
                  <a:lnTo>
                    <a:pt x="197208" y="295"/>
                  </a:lnTo>
                  <a:lnTo>
                    <a:pt x="196955" y="190"/>
                  </a:lnTo>
                  <a:lnTo>
                    <a:pt x="196703" y="105"/>
                  </a:lnTo>
                  <a:lnTo>
                    <a:pt x="196429" y="42"/>
                  </a:lnTo>
                  <a:lnTo>
                    <a:pt x="196155" y="21"/>
                  </a:lnTo>
                  <a:lnTo>
                    <a:pt x="1958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103"/>
            <p:cNvSpPr/>
            <p:nvPr/>
          </p:nvSpPr>
          <p:spPr>
            <a:xfrm>
              <a:off x="1266975" y="945750"/>
              <a:ext cx="4969700" cy="3057450"/>
            </a:xfrm>
            <a:custGeom>
              <a:avLst/>
              <a:gdLst/>
              <a:ahLst/>
              <a:cxnLst/>
              <a:rect l="l" t="t" r="r" b="b"/>
              <a:pathLst>
                <a:path w="198788" h="122298" fill="none" extrusionOk="0">
                  <a:moveTo>
                    <a:pt x="198640" y="3686"/>
                  </a:moveTo>
                  <a:lnTo>
                    <a:pt x="185625" y="44290"/>
                  </a:lnTo>
                  <a:lnTo>
                    <a:pt x="185625" y="44290"/>
                  </a:lnTo>
                  <a:lnTo>
                    <a:pt x="185541" y="44564"/>
                  </a:lnTo>
                  <a:lnTo>
                    <a:pt x="185414" y="44816"/>
                  </a:lnTo>
                  <a:lnTo>
                    <a:pt x="185267" y="45048"/>
                  </a:lnTo>
                  <a:lnTo>
                    <a:pt x="185099" y="45259"/>
                  </a:lnTo>
                  <a:lnTo>
                    <a:pt x="184909" y="45469"/>
                  </a:lnTo>
                  <a:lnTo>
                    <a:pt x="184698" y="45638"/>
                  </a:lnTo>
                  <a:lnTo>
                    <a:pt x="184467" y="45806"/>
                  </a:lnTo>
                  <a:lnTo>
                    <a:pt x="184235" y="45933"/>
                  </a:lnTo>
                  <a:lnTo>
                    <a:pt x="184003" y="46038"/>
                  </a:lnTo>
                  <a:lnTo>
                    <a:pt x="183730" y="46143"/>
                  </a:lnTo>
                  <a:lnTo>
                    <a:pt x="183477" y="46206"/>
                  </a:lnTo>
                  <a:lnTo>
                    <a:pt x="183203" y="46248"/>
                  </a:lnTo>
                  <a:lnTo>
                    <a:pt x="182929" y="46248"/>
                  </a:lnTo>
                  <a:lnTo>
                    <a:pt x="182656" y="46227"/>
                  </a:lnTo>
                  <a:lnTo>
                    <a:pt x="182361" y="46185"/>
                  </a:lnTo>
                  <a:lnTo>
                    <a:pt x="182087" y="46122"/>
                  </a:lnTo>
                  <a:lnTo>
                    <a:pt x="182087" y="46122"/>
                  </a:lnTo>
                  <a:lnTo>
                    <a:pt x="181771" y="45996"/>
                  </a:lnTo>
                  <a:lnTo>
                    <a:pt x="181455" y="45827"/>
                  </a:lnTo>
                  <a:lnTo>
                    <a:pt x="181181" y="45617"/>
                  </a:lnTo>
                  <a:lnTo>
                    <a:pt x="180908" y="45385"/>
                  </a:lnTo>
                  <a:lnTo>
                    <a:pt x="174147" y="38372"/>
                  </a:lnTo>
                  <a:lnTo>
                    <a:pt x="174147" y="38372"/>
                  </a:lnTo>
                  <a:lnTo>
                    <a:pt x="173937" y="38182"/>
                  </a:lnTo>
                  <a:lnTo>
                    <a:pt x="173726" y="38014"/>
                  </a:lnTo>
                  <a:lnTo>
                    <a:pt x="173494" y="37866"/>
                  </a:lnTo>
                  <a:lnTo>
                    <a:pt x="173242" y="37761"/>
                  </a:lnTo>
                  <a:lnTo>
                    <a:pt x="172989" y="37656"/>
                  </a:lnTo>
                  <a:lnTo>
                    <a:pt x="172736" y="37593"/>
                  </a:lnTo>
                  <a:lnTo>
                    <a:pt x="172483" y="37551"/>
                  </a:lnTo>
                  <a:lnTo>
                    <a:pt x="172210" y="37530"/>
                  </a:lnTo>
                  <a:lnTo>
                    <a:pt x="171936" y="37530"/>
                  </a:lnTo>
                  <a:lnTo>
                    <a:pt x="171683" y="37551"/>
                  </a:lnTo>
                  <a:lnTo>
                    <a:pt x="171409" y="37614"/>
                  </a:lnTo>
                  <a:lnTo>
                    <a:pt x="171157" y="37698"/>
                  </a:lnTo>
                  <a:lnTo>
                    <a:pt x="170904" y="37782"/>
                  </a:lnTo>
                  <a:lnTo>
                    <a:pt x="170672" y="37930"/>
                  </a:lnTo>
                  <a:lnTo>
                    <a:pt x="170441" y="38077"/>
                  </a:lnTo>
                  <a:lnTo>
                    <a:pt x="170209" y="38246"/>
                  </a:lnTo>
                  <a:lnTo>
                    <a:pt x="113725" y="89548"/>
                  </a:lnTo>
                  <a:lnTo>
                    <a:pt x="113725" y="89548"/>
                  </a:lnTo>
                  <a:lnTo>
                    <a:pt x="113515" y="89717"/>
                  </a:lnTo>
                  <a:lnTo>
                    <a:pt x="113304" y="89864"/>
                  </a:lnTo>
                  <a:lnTo>
                    <a:pt x="113072" y="89970"/>
                  </a:lnTo>
                  <a:lnTo>
                    <a:pt x="112862" y="90075"/>
                  </a:lnTo>
                  <a:lnTo>
                    <a:pt x="112609" y="90159"/>
                  </a:lnTo>
                  <a:lnTo>
                    <a:pt x="112377" y="90222"/>
                  </a:lnTo>
                  <a:lnTo>
                    <a:pt x="112125" y="90265"/>
                  </a:lnTo>
                  <a:lnTo>
                    <a:pt x="111872" y="90265"/>
                  </a:lnTo>
                  <a:lnTo>
                    <a:pt x="111640" y="90265"/>
                  </a:lnTo>
                  <a:lnTo>
                    <a:pt x="111388" y="90243"/>
                  </a:lnTo>
                  <a:lnTo>
                    <a:pt x="111135" y="90201"/>
                  </a:lnTo>
                  <a:lnTo>
                    <a:pt x="110903" y="90117"/>
                  </a:lnTo>
                  <a:lnTo>
                    <a:pt x="110672" y="90033"/>
                  </a:lnTo>
                  <a:lnTo>
                    <a:pt x="110440" y="89906"/>
                  </a:lnTo>
                  <a:lnTo>
                    <a:pt x="110229" y="89780"/>
                  </a:lnTo>
                  <a:lnTo>
                    <a:pt x="110019" y="89612"/>
                  </a:lnTo>
                  <a:lnTo>
                    <a:pt x="74132" y="59790"/>
                  </a:lnTo>
                  <a:lnTo>
                    <a:pt x="74132" y="59790"/>
                  </a:lnTo>
                  <a:lnTo>
                    <a:pt x="73943" y="59643"/>
                  </a:lnTo>
                  <a:lnTo>
                    <a:pt x="73711" y="59516"/>
                  </a:lnTo>
                  <a:lnTo>
                    <a:pt x="73500" y="59390"/>
                  </a:lnTo>
                  <a:lnTo>
                    <a:pt x="73269" y="59306"/>
                  </a:lnTo>
                  <a:lnTo>
                    <a:pt x="73016" y="59243"/>
                  </a:lnTo>
                  <a:lnTo>
                    <a:pt x="72784" y="59179"/>
                  </a:lnTo>
                  <a:lnTo>
                    <a:pt x="72553" y="59158"/>
                  </a:lnTo>
                  <a:lnTo>
                    <a:pt x="72300" y="59158"/>
                  </a:lnTo>
                  <a:lnTo>
                    <a:pt x="72047" y="59158"/>
                  </a:lnTo>
                  <a:lnTo>
                    <a:pt x="71815" y="59201"/>
                  </a:lnTo>
                  <a:lnTo>
                    <a:pt x="71563" y="59264"/>
                  </a:lnTo>
                  <a:lnTo>
                    <a:pt x="71331" y="59327"/>
                  </a:lnTo>
                  <a:lnTo>
                    <a:pt x="71120" y="59432"/>
                  </a:lnTo>
                  <a:lnTo>
                    <a:pt x="70889" y="59559"/>
                  </a:lnTo>
                  <a:lnTo>
                    <a:pt x="70678" y="59685"/>
                  </a:lnTo>
                  <a:lnTo>
                    <a:pt x="70468" y="59853"/>
                  </a:lnTo>
                  <a:lnTo>
                    <a:pt x="0" y="122297"/>
                  </a:lnTo>
                  <a:lnTo>
                    <a:pt x="2675" y="97278"/>
                  </a:lnTo>
                  <a:lnTo>
                    <a:pt x="2675" y="97278"/>
                  </a:lnTo>
                  <a:lnTo>
                    <a:pt x="2717" y="97004"/>
                  </a:lnTo>
                  <a:lnTo>
                    <a:pt x="2780" y="96751"/>
                  </a:lnTo>
                  <a:lnTo>
                    <a:pt x="2864" y="96498"/>
                  </a:lnTo>
                  <a:lnTo>
                    <a:pt x="2969" y="96267"/>
                  </a:lnTo>
                  <a:lnTo>
                    <a:pt x="3117" y="96035"/>
                  </a:lnTo>
                  <a:lnTo>
                    <a:pt x="3264" y="95824"/>
                  </a:lnTo>
                  <a:lnTo>
                    <a:pt x="3433" y="95635"/>
                  </a:lnTo>
                  <a:lnTo>
                    <a:pt x="3622" y="95445"/>
                  </a:lnTo>
                  <a:lnTo>
                    <a:pt x="70110" y="36498"/>
                  </a:lnTo>
                  <a:lnTo>
                    <a:pt x="70110" y="36498"/>
                  </a:lnTo>
                  <a:lnTo>
                    <a:pt x="70320" y="36350"/>
                  </a:lnTo>
                  <a:lnTo>
                    <a:pt x="70531" y="36203"/>
                  </a:lnTo>
                  <a:lnTo>
                    <a:pt x="70741" y="36097"/>
                  </a:lnTo>
                  <a:lnTo>
                    <a:pt x="70973" y="35992"/>
                  </a:lnTo>
                  <a:lnTo>
                    <a:pt x="71205" y="35908"/>
                  </a:lnTo>
                  <a:lnTo>
                    <a:pt x="71457" y="35866"/>
                  </a:lnTo>
                  <a:lnTo>
                    <a:pt x="71689" y="35824"/>
                  </a:lnTo>
                  <a:lnTo>
                    <a:pt x="71942" y="35803"/>
                  </a:lnTo>
                  <a:lnTo>
                    <a:pt x="72173" y="35824"/>
                  </a:lnTo>
                  <a:lnTo>
                    <a:pt x="72426" y="35845"/>
                  </a:lnTo>
                  <a:lnTo>
                    <a:pt x="72658" y="35887"/>
                  </a:lnTo>
                  <a:lnTo>
                    <a:pt x="72911" y="35971"/>
                  </a:lnTo>
                  <a:lnTo>
                    <a:pt x="73142" y="36055"/>
                  </a:lnTo>
                  <a:lnTo>
                    <a:pt x="73353" y="36161"/>
                  </a:lnTo>
                  <a:lnTo>
                    <a:pt x="73585" y="36308"/>
                  </a:lnTo>
                  <a:lnTo>
                    <a:pt x="73774" y="36455"/>
                  </a:lnTo>
                  <a:lnTo>
                    <a:pt x="109513" y="66235"/>
                  </a:lnTo>
                  <a:lnTo>
                    <a:pt x="109513" y="66235"/>
                  </a:lnTo>
                  <a:lnTo>
                    <a:pt x="109724" y="66382"/>
                  </a:lnTo>
                  <a:lnTo>
                    <a:pt x="109935" y="66508"/>
                  </a:lnTo>
                  <a:lnTo>
                    <a:pt x="110166" y="66635"/>
                  </a:lnTo>
                  <a:lnTo>
                    <a:pt x="110398" y="66719"/>
                  </a:lnTo>
                  <a:lnTo>
                    <a:pt x="110629" y="66803"/>
                  </a:lnTo>
                  <a:lnTo>
                    <a:pt x="110882" y="66845"/>
                  </a:lnTo>
                  <a:lnTo>
                    <a:pt x="111135" y="66867"/>
                  </a:lnTo>
                  <a:lnTo>
                    <a:pt x="111367" y="66867"/>
                  </a:lnTo>
                  <a:lnTo>
                    <a:pt x="111619" y="66867"/>
                  </a:lnTo>
                  <a:lnTo>
                    <a:pt x="111872" y="66824"/>
                  </a:lnTo>
                  <a:lnTo>
                    <a:pt x="112104" y="66761"/>
                  </a:lnTo>
                  <a:lnTo>
                    <a:pt x="112335" y="66677"/>
                  </a:lnTo>
                  <a:lnTo>
                    <a:pt x="112567" y="66572"/>
                  </a:lnTo>
                  <a:lnTo>
                    <a:pt x="112799" y="66466"/>
                  </a:lnTo>
                  <a:lnTo>
                    <a:pt x="113009" y="66319"/>
                  </a:lnTo>
                  <a:lnTo>
                    <a:pt x="113220" y="66150"/>
                  </a:lnTo>
                  <a:lnTo>
                    <a:pt x="157783" y="25651"/>
                  </a:lnTo>
                  <a:lnTo>
                    <a:pt x="157783" y="25651"/>
                  </a:lnTo>
                  <a:lnTo>
                    <a:pt x="157994" y="25462"/>
                  </a:lnTo>
                  <a:lnTo>
                    <a:pt x="158162" y="25230"/>
                  </a:lnTo>
                  <a:lnTo>
                    <a:pt x="158331" y="24999"/>
                  </a:lnTo>
                  <a:lnTo>
                    <a:pt x="158457" y="24746"/>
                  </a:lnTo>
                  <a:lnTo>
                    <a:pt x="158542" y="24493"/>
                  </a:lnTo>
                  <a:lnTo>
                    <a:pt x="158626" y="24240"/>
                  </a:lnTo>
                  <a:lnTo>
                    <a:pt x="158689" y="23967"/>
                  </a:lnTo>
                  <a:lnTo>
                    <a:pt x="158710" y="23714"/>
                  </a:lnTo>
                  <a:lnTo>
                    <a:pt x="158710" y="23440"/>
                  </a:lnTo>
                  <a:lnTo>
                    <a:pt x="158689" y="23166"/>
                  </a:lnTo>
                  <a:lnTo>
                    <a:pt x="158626" y="22893"/>
                  </a:lnTo>
                  <a:lnTo>
                    <a:pt x="158542" y="22640"/>
                  </a:lnTo>
                  <a:lnTo>
                    <a:pt x="158457" y="22387"/>
                  </a:lnTo>
                  <a:lnTo>
                    <a:pt x="158310" y="22134"/>
                  </a:lnTo>
                  <a:lnTo>
                    <a:pt x="158162" y="21903"/>
                  </a:lnTo>
                  <a:lnTo>
                    <a:pt x="157973" y="21671"/>
                  </a:lnTo>
                  <a:lnTo>
                    <a:pt x="157973" y="21671"/>
                  </a:lnTo>
                  <a:lnTo>
                    <a:pt x="157910" y="21608"/>
                  </a:lnTo>
                  <a:lnTo>
                    <a:pt x="151255" y="14679"/>
                  </a:lnTo>
                  <a:lnTo>
                    <a:pt x="151255" y="14679"/>
                  </a:lnTo>
                  <a:lnTo>
                    <a:pt x="151065" y="14468"/>
                  </a:lnTo>
                  <a:lnTo>
                    <a:pt x="150897" y="14237"/>
                  </a:lnTo>
                  <a:lnTo>
                    <a:pt x="150770" y="13984"/>
                  </a:lnTo>
                  <a:lnTo>
                    <a:pt x="150644" y="13731"/>
                  </a:lnTo>
                  <a:lnTo>
                    <a:pt x="150560" y="13479"/>
                  </a:lnTo>
                  <a:lnTo>
                    <a:pt x="150497" y="13205"/>
                  </a:lnTo>
                  <a:lnTo>
                    <a:pt x="150475" y="12931"/>
                  </a:lnTo>
                  <a:lnTo>
                    <a:pt x="150454" y="12657"/>
                  </a:lnTo>
                  <a:lnTo>
                    <a:pt x="150475" y="12405"/>
                  </a:lnTo>
                  <a:lnTo>
                    <a:pt x="150518" y="12131"/>
                  </a:lnTo>
                  <a:lnTo>
                    <a:pt x="150602" y="11857"/>
                  </a:lnTo>
                  <a:lnTo>
                    <a:pt x="150686" y="11604"/>
                  </a:lnTo>
                  <a:lnTo>
                    <a:pt x="150812" y="11352"/>
                  </a:lnTo>
                  <a:lnTo>
                    <a:pt x="150960" y="11120"/>
                  </a:lnTo>
                  <a:lnTo>
                    <a:pt x="151128" y="10888"/>
                  </a:lnTo>
                  <a:lnTo>
                    <a:pt x="151318" y="10678"/>
                  </a:lnTo>
                  <a:lnTo>
                    <a:pt x="151318" y="10678"/>
                  </a:lnTo>
                  <a:lnTo>
                    <a:pt x="151465" y="10551"/>
                  </a:lnTo>
                  <a:lnTo>
                    <a:pt x="151613" y="10425"/>
                  </a:lnTo>
                  <a:lnTo>
                    <a:pt x="151781" y="10320"/>
                  </a:lnTo>
                  <a:lnTo>
                    <a:pt x="151929" y="10235"/>
                  </a:lnTo>
                  <a:lnTo>
                    <a:pt x="152097" y="10151"/>
                  </a:lnTo>
                  <a:lnTo>
                    <a:pt x="152287" y="10067"/>
                  </a:lnTo>
                  <a:lnTo>
                    <a:pt x="152455" y="10004"/>
                  </a:lnTo>
                  <a:lnTo>
                    <a:pt x="152645" y="9962"/>
                  </a:lnTo>
                  <a:lnTo>
                    <a:pt x="195313" y="84"/>
                  </a:lnTo>
                  <a:lnTo>
                    <a:pt x="195313" y="84"/>
                  </a:lnTo>
                  <a:lnTo>
                    <a:pt x="195608" y="21"/>
                  </a:lnTo>
                  <a:lnTo>
                    <a:pt x="195881" y="0"/>
                  </a:lnTo>
                  <a:lnTo>
                    <a:pt x="196155" y="21"/>
                  </a:lnTo>
                  <a:lnTo>
                    <a:pt x="196429" y="42"/>
                  </a:lnTo>
                  <a:lnTo>
                    <a:pt x="196703" y="105"/>
                  </a:lnTo>
                  <a:lnTo>
                    <a:pt x="196955" y="190"/>
                  </a:lnTo>
                  <a:lnTo>
                    <a:pt x="197208" y="295"/>
                  </a:lnTo>
                  <a:lnTo>
                    <a:pt x="197440" y="421"/>
                  </a:lnTo>
                  <a:lnTo>
                    <a:pt x="197671" y="590"/>
                  </a:lnTo>
                  <a:lnTo>
                    <a:pt x="197882" y="758"/>
                  </a:lnTo>
                  <a:lnTo>
                    <a:pt x="198072" y="948"/>
                  </a:lnTo>
                  <a:lnTo>
                    <a:pt x="198240" y="1158"/>
                  </a:lnTo>
                  <a:lnTo>
                    <a:pt x="198388" y="1390"/>
                  </a:lnTo>
                  <a:lnTo>
                    <a:pt x="198514" y="1643"/>
                  </a:lnTo>
                  <a:lnTo>
                    <a:pt x="198619" y="1895"/>
                  </a:lnTo>
                  <a:lnTo>
                    <a:pt x="198703" y="2190"/>
                  </a:lnTo>
                  <a:lnTo>
                    <a:pt x="198703" y="2190"/>
                  </a:lnTo>
                  <a:lnTo>
                    <a:pt x="198746" y="2380"/>
                  </a:lnTo>
                  <a:lnTo>
                    <a:pt x="198767" y="2569"/>
                  </a:lnTo>
                  <a:lnTo>
                    <a:pt x="198788" y="2759"/>
                  </a:lnTo>
                  <a:lnTo>
                    <a:pt x="198788" y="2948"/>
                  </a:lnTo>
                  <a:lnTo>
                    <a:pt x="198767" y="3138"/>
                  </a:lnTo>
                  <a:lnTo>
                    <a:pt x="198746" y="3328"/>
                  </a:lnTo>
                  <a:lnTo>
                    <a:pt x="198703" y="3517"/>
                  </a:lnTo>
                  <a:lnTo>
                    <a:pt x="198640" y="368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103"/>
            <p:cNvSpPr/>
            <p:nvPr/>
          </p:nvSpPr>
          <p:spPr>
            <a:xfrm>
              <a:off x="1334350" y="947850"/>
              <a:ext cx="4899175" cy="2425650"/>
            </a:xfrm>
            <a:custGeom>
              <a:avLst/>
              <a:gdLst/>
              <a:ahLst/>
              <a:cxnLst/>
              <a:rect l="l" t="t" r="r" b="b"/>
              <a:pathLst>
                <a:path w="195967" h="97026" extrusionOk="0">
                  <a:moveTo>
                    <a:pt x="192576" y="0"/>
                  </a:moveTo>
                  <a:lnTo>
                    <a:pt x="190301" y="527"/>
                  </a:lnTo>
                  <a:lnTo>
                    <a:pt x="192597" y="0"/>
                  </a:lnTo>
                  <a:close/>
                  <a:moveTo>
                    <a:pt x="168221" y="37710"/>
                  </a:moveTo>
                  <a:lnTo>
                    <a:pt x="168146" y="37740"/>
                  </a:lnTo>
                  <a:lnTo>
                    <a:pt x="167956" y="37846"/>
                  </a:lnTo>
                  <a:lnTo>
                    <a:pt x="168167" y="37740"/>
                  </a:lnTo>
                  <a:lnTo>
                    <a:pt x="168221" y="37710"/>
                  </a:lnTo>
                  <a:close/>
                  <a:moveTo>
                    <a:pt x="195966" y="3538"/>
                  </a:moveTo>
                  <a:lnTo>
                    <a:pt x="195945" y="3602"/>
                  </a:lnTo>
                  <a:lnTo>
                    <a:pt x="182930" y="44206"/>
                  </a:lnTo>
                  <a:lnTo>
                    <a:pt x="182846" y="44438"/>
                  </a:lnTo>
                  <a:lnTo>
                    <a:pt x="182740" y="44648"/>
                  </a:lnTo>
                  <a:lnTo>
                    <a:pt x="182867" y="44416"/>
                  </a:lnTo>
                  <a:lnTo>
                    <a:pt x="182972" y="44164"/>
                  </a:lnTo>
                  <a:lnTo>
                    <a:pt x="195924" y="3686"/>
                  </a:lnTo>
                  <a:lnTo>
                    <a:pt x="195966" y="3538"/>
                  </a:lnTo>
                  <a:close/>
                  <a:moveTo>
                    <a:pt x="182740" y="44648"/>
                  </a:moveTo>
                  <a:lnTo>
                    <a:pt x="182740" y="44648"/>
                  </a:lnTo>
                  <a:lnTo>
                    <a:pt x="182740" y="44648"/>
                  </a:lnTo>
                  <a:close/>
                  <a:moveTo>
                    <a:pt x="169199" y="37446"/>
                  </a:moveTo>
                  <a:lnTo>
                    <a:pt x="168988" y="37467"/>
                  </a:lnTo>
                  <a:lnTo>
                    <a:pt x="168778" y="37509"/>
                  </a:lnTo>
                  <a:lnTo>
                    <a:pt x="168567" y="37572"/>
                  </a:lnTo>
                  <a:lnTo>
                    <a:pt x="168356" y="37635"/>
                  </a:lnTo>
                  <a:lnTo>
                    <a:pt x="168221" y="37710"/>
                  </a:lnTo>
                  <a:lnTo>
                    <a:pt x="168221" y="37710"/>
                  </a:lnTo>
                  <a:lnTo>
                    <a:pt x="168356" y="37656"/>
                  </a:lnTo>
                  <a:lnTo>
                    <a:pt x="168546" y="37593"/>
                  </a:lnTo>
                  <a:lnTo>
                    <a:pt x="168756" y="37551"/>
                  </a:lnTo>
                  <a:lnTo>
                    <a:pt x="168967" y="37509"/>
                  </a:lnTo>
                  <a:lnTo>
                    <a:pt x="169178" y="37488"/>
                  </a:lnTo>
                  <a:lnTo>
                    <a:pt x="169388" y="37467"/>
                  </a:lnTo>
                  <a:lnTo>
                    <a:pt x="169662" y="37488"/>
                  </a:lnTo>
                  <a:lnTo>
                    <a:pt x="169957" y="37530"/>
                  </a:lnTo>
                  <a:lnTo>
                    <a:pt x="170231" y="37593"/>
                  </a:lnTo>
                  <a:lnTo>
                    <a:pt x="170483" y="37698"/>
                  </a:lnTo>
                  <a:lnTo>
                    <a:pt x="170757" y="37804"/>
                  </a:lnTo>
                  <a:lnTo>
                    <a:pt x="170989" y="37972"/>
                  </a:lnTo>
                  <a:lnTo>
                    <a:pt x="171242" y="38140"/>
                  </a:lnTo>
                  <a:lnTo>
                    <a:pt x="171452" y="38351"/>
                  </a:lnTo>
                  <a:lnTo>
                    <a:pt x="178170" y="45280"/>
                  </a:lnTo>
                  <a:lnTo>
                    <a:pt x="178419" y="45491"/>
                  </a:lnTo>
                  <a:lnTo>
                    <a:pt x="178419" y="45491"/>
                  </a:lnTo>
                  <a:lnTo>
                    <a:pt x="178213" y="45301"/>
                  </a:lnTo>
                  <a:lnTo>
                    <a:pt x="171452" y="38288"/>
                  </a:lnTo>
                  <a:lnTo>
                    <a:pt x="171242" y="38098"/>
                  </a:lnTo>
                  <a:lnTo>
                    <a:pt x="171010" y="37930"/>
                  </a:lnTo>
                  <a:lnTo>
                    <a:pt x="170757" y="37782"/>
                  </a:lnTo>
                  <a:lnTo>
                    <a:pt x="170504" y="37656"/>
                  </a:lnTo>
                  <a:lnTo>
                    <a:pt x="170252" y="37551"/>
                  </a:lnTo>
                  <a:lnTo>
                    <a:pt x="169978" y="37488"/>
                  </a:lnTo>
                  <a:lnTo>
                    <a:pt x="169704" y="37446"/>
                  </a:lnTo>
                  <a:close/>
                  <a:moveTo>
                    <a:pt x="178419" y="45491"/>
                  </a:moveTo>
                  <a:lnTo>
                    <a:pt x="178465" y="45533"/>
                  </a:lnTo>
                  <a:lnTo>
                    <a:pt x="178718" y="45722"/>
                  </a:lnTo>
                  <a:lnTo>
                    <a:pt x="178718" y="45722"/>
                  </a:lnTo>
                  <a:lnTo>
                    <a:pt x="178444" y="45512"/>
                  </a:lnTo>
                  <a:lnTo>
                    <a:pt x="178419" y="45491"/>
                  </a:lnTo>
                  <a:close/>
                  <a:moveTo>
                    <a:pt x="110820" y="89633"/>
                  </a:moveTo>
                  <a:lnTo>
                    <a:pt x="110588" y="89780"/>
                  </a:lnTo>
                  <a:lnTo>
                    <a:pt x="110356" y="89907"/>
                  </a:lnTo>
                  <a:lnTo>
                    <a:pt x="110125" y="90012"/>
                  </a:lnTo>
                  <a:lnTo>
                    <a:pt x="110377" y="89907"/>
                  </a:lnTo>
                  <a:lnTo>
                    <a:pt x="110609" y="89780"/>
                  </a:lnTo>
                  <a:lnTo>
                    <a:pt x="110820" y="89633"/>
                  </a:lnTo>
                  <a:close/>
                  <a:moveTo>
                    <a:pt x="110125" y="90012"/>
                  </a:moveTo>
                  <a:lnTo>
                    <a:pt x="109872" y="90096"/>
                  </a:lnTo>
                  <a:lnTo>
                    <a:pt x="109830" y="90107"/>
                  </a:lnTo>
                  <a:lnTo>
                    <a:pt x="109830" y="90107"/>
                  </a:lnTo>
                  <a:lnTo>
                    <a:pt x="109893" y="90096"/>
                  </a:lnTo>
                  <a:lnTo>
                    <a:pt x="110125" y="90012"/>
                  </a:lnTo>
                  <a:close/>
                  <a:moveTo>
                    <a:pt x="93445" y="77987"/>
                  </a:moveTo>
                  <a:lnTo>
                    <a:pt x="93445" y="78050"/>
                  </a:lnTo>
                  <a:lnTo>
                    <a:pt x="107261" y="89549"/>
                  </a:lnTo>
                  <a:lnTo>
                    <a:pt x="107450" y="89696"/>
                  </a:lnTo>
                  <a:lnTo>
                    <a:pt x="107640" y="89822"/>
                  </a:lnTo>
                  <a:lnTo>
                    <a:pt x="107850" y="89928"/>
                  </a:lnTo>
                  <a:lnTo>
                    <a:pt x="108061" y="90012"/>
                  </a:lnTo>
                  <a:lnTo>
                    <a:pt x="108293" y="90096"/>
                  </a:lnTo>
                  <a:lnTo>
                    <a:pt x="108503" y="90159"/>
                  </a:lnTo>
                  <a:lnTo>
                    <a:pt x="108735" y="90181"/>
                  </a:lnTo>
                  <a:lnTo>
                    <a:pt x="108988" y="90202"/>
                  </a:lnTo>
                  <a:lnTo>
                    <a:pt x="109135" y="90202"/>
                  </a:lnTo>
                  <a:lnTo>
                    <a:pt x="108882" y="90181"/>
                  </a:lnTo>
                  <a:lnTo>
                    <a:pt x="108651" y="90159"/>
                  </a:lnTo>
                  <a:lnTo>
                    <a:pt x="108419" y="90096"/>
                  </a:lnTo>
                  <a:lnTo>
                    <a:pt x="108187" y="90033"/>
                  </a:lnTo>
                  <a:lnTo>
                    <a:pt x="107956" y="89928"/>
                  </a:lnTo>
                  <a:lnTo>
                    <a:pt x="107724" y="89822"/>
                  </a:lnTo>
                  <a:lnTo>
                    <a:pt x="107513" y="89696"/>
                  </a:lnTo>
                  <a:lnTo>
                    <a:pt x="107324" y="89528"/>
                  </a:lnTo>
                  <a:lnTo>
                    <a:pt x="93445" y="77987"/>
                  </a:lnTo>
                  <a:close/>
                  <a:moveTo>
                    <a:pt x="109830" y="90107"/>
                  </a:moveTo>
                  <a:lnTo>
                    <a:pt x="109640" y="90138"/>
                  </a:lnTo>
                  <a:lnTo>
                    <a:pt x="109388" y="90181"/>
                  </a:lnTo>
                  <a:lnTo>
                    <a:pt x="109135" y="90202"/>
                  </a:lnTo>
                  <a:lnTo>
                    <a:pt x="109367" y="90202"/>
                  </a:lnTo>
                  <a:lnTo>
                    <a:pt x="109619" y="90159"/>
                  </a:lnTo>
                  <a:lnTo>
                    <a:pt x="109830" y="90107"/>
                  </a:lnTo>
                  <a:close/>
                  <a:moveTo>
                    <a:pt x="611" y="95698"/>
                  </a:moveTo>
                  <a:lnTo>
                    <a:pt x="106" y="96141"/>
                  </a:lnTo>
                  <a:lnTo>
                    <a:pt x="1" y="97025"/>
                  </a:lnTo>
                  <a:lnTo>
                    <a:pt x="85" y="96667"/>
                  </a:lnTo>
                  <a:lnTo>
                    <a:pt x="211" y="96309"/>
                  </a:lnTo>
                  <a:lnTo>
                    <a:pt x="380" y="95993"/>
                  </a:lnTo>
                  <a:lnTo>
                    <a:pt x="611" y="956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103"/>
            <p:cNvSpPr/>
            <p:nvPr/>
          </p:nvSpPr>
          <p:spPr>
            <a:xfrm>
              <a:off x="1334350" y="3340300"/>
              <a:ext cx="15300" cy="33200"/>
            </a:xfrm>
            <a:custGeom>
              <a:avLst/>
              <a:gdLst/>
              <a:ahLst/>
              <a:cxnLst/>
              <a:rect l="l" t="t" r="r" b="b"/>
              <a:pathLst>
                <a:path w="612" h="1328" fill="none" extrusionOk="0">
                  <a:moveTo>
                    <a:pt x="611" y="0"/>
                  </a:moveTo>
                  <a:lnTo>
                    <a:pt x="106" y="443"/>
                  </a:lnTo>
                  <a:lnTo>
                    <a:pt x="1" y="1327"/>
                  </a:lnTo>
                  <a:lnTo>
                    <a:pt x="1" y="1327"/>
                  </a:lnTo>
                  <a:lnTo>
                    <a:pt x="85" y="969"/>
                  </a:lnTo>
                  <a:lnTo>
                    <a:pt x="211" y="611"/>
                  </a:lnTo>
                  <a:lnTo>
                    <a:pt x="380" y="295"/>
                  </a:lnTo>
                  <a:lnTo>
                    <a:pt x="6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103"/>
            <p:cNvSpPr/>
            <p:nvPr/>
          </p:nvSpPr>
          <p:spPr>
            <a:xfrm>
              <a:off x="3670475" y="2897500"/>
              <a:ext cx="439650" cy="305400"/>
            </a:xfrm>
            <a:custGeom>
              <a:avLst/>
              <a:gdLst/>
              <a:ahLst/>
              <a:cxnLst/>
              <a:rect l="l" t="t" r="r" b="b"/>
              <a:pathLst>
                <a:path w="17586" h="12216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4"/>
                  </a:lnTo>
                  <a:lnTo>
                    <a:pt x="13816" y="11563"/>
                  </a:lnTo>
                  <a:lnTo>
                    <a:pt x="13816" y="11563"/>
                  </a:lnTo>
                  <a:lnTo>
                    <a:pt x="14005" y="11710"/>
                  </a:lnTo>
                  <a:lnTo>
                    <a:pt x="14195" y="11836"/>
                  </a:lnTo>
                  <a:lnTo>
                    <a:pt x="14405" y="11942"/>
                  </a:lnTo>
                  <a:lnTo>
                    <a:pt x="14616" y="12026"/>
                  </a:lnTo>
                  <a:lnTo>
                    <a:pt x="14848" y="12110"/>
                  </a:lnTo>
                  <a:lnTo>
                    <a:pt x="15058" y="12173"/>
                  </a:lnTo>
                  <a:lnTo>
                    <a:pt x="15290" y="12195"/>
                  </a:lnTo>
                  <a:lnTo>
                    <a:pt x="15543" y="12216"/>
                  </a:lnTo>
                  <a:lnTo>
                    <a:pt x="15543" y="12216"/>
                  </a:lnTo>
                  <a:lnTo>
                    <a:pt x="15648" y="12216"/>
                  </a:lnTo>
                  <a:lnTo>
                    <a:pt x="15648" y="12216"/>
                  </a:lnTo>
                  <a:lnTo>
                    <a:pt x="15922" y="12216"/>
                  </a:lnTo>
                  <a:lnTo>
                    <a:pt x="16174" y="12173"/>
                  </a:lnTo>
                  <a:lnTo>
                    <a:pt x="16427" y="12110"/>
                  </a:lnTo>
                  <a:lnTo>
                    <a:pt x="16680" y="12026"/>
                  </a:lnTo>
                  <a:lnTo>
                    <a:pt x="16932" y="11921"/>
                  </a:lnTo>
                  <a:lnTo>
                    <a:pt x="17164" y="11794"/>
                  </a:lnTo>
                  <a:lnTo>
                    <a:pt x="17375" y="11647"/>
                  </a:lnTo>
                  <a:lnTo>
                    <a:pt x="17585" y="11478"/>
                  </a:lnTo>
                  <a:lnTo>
                    <a:pt x="17585" y="11478"/>
                  </a:lnTo>
                  <a:lnTo>
                    <a:pt x="17375" y="11647"/>
                  </a:lnTo>
                  <a:lnTo>
                    <a:pt x="17143" y="11794"/>
                  </a:lnTo>
                  <a:lnTo>
                    <a:pt x="16911" y="11921"/>
                  </a:lnTo>
                  <a:lnTo>
                    <a:pt x="16680" y="12026"/>
                  </a:lnTo>
                  <a:lnTo>
                    <a:pt x="16448" y="12110"/>
                  </a:lnTo>
                  <a:lnTo>
                    <a:pt x="16195" y="12152"/>
                  </a:lnTo>
                  <a:lnTo>
                    <a:pt x="15943" y="12195"/>
                  </a:lnTo>
                  <a:lnTo>
                    <a:pt x="15690" y="12216"/>
                  </a:lnTo>
                  <a:lnTo>
                    <a:pt x="15690" y="12216"/>
                  </a:lnTo>
                  <a:lnTo>
                    <a:pt x="15437" y="12195"/>
                  </a:lnTo>
                  <a:lnTo>
                    <a:pt x="15206" y="12173"/>
                  </a:lnTo>
                  <a:lnTo>
                    <a:pt x="14974" y="12110"/>
                  </a:lnTo>
                  <a:lnTo>
                    <a:pt x="14742" y="12047"/>
                  </a:lnTo>
                  <a:lnTo>
                    <a:pt x="14511" y="11942"/>
                  </a:lnTo>
                  <a:lnTo>
                    <a:pt x="14279" y="11836"/>
                  </a:lnTo>
                  <a:lnTo>
                    <a:pt x="14068" y="11710"/>
                  </a:lnTo>
                  <a:lnTo>
                    <a:pt x="13879" y="1154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103"/>
            <p:cNvSpPr/>
            <p:nvPr/>
          </p:nvSpPr>
          <p:spPr>
            <a:xfrm>
              <a:off x="5528500" y="1883975"/>
              <a:ext cx="273800" cy="206950"/>
            </a:xfrm>
            <a:custGeom>
              <a:avLst/>
              <a:gdLst/>
              <a:ahLst/>
              <a:cxnLst/>
              <a:rect l="l" t="t" r="r" b="b"/>
              <a:pathLst>
                <a:path w="10952" h="8278" fill="none" extrusionOk="0">
                  <a:moveTo>
                    <a:pt x="1664" y="1"/>
                  </a:moveTo>
                  <a:lnTo>
                    <a:pt x="1664" y="1"/>
                  </a:lnTo>
                  <a:lnTo>
                    <a:pt x="1433" y="1"/>
                  </a:lnTo>
                  <a:lnTo>
                    <a:pt x="1222" y="22"/>
                  </a:lnTo>
                  <a:lnTo>
                    <a:pt x="1012" y="64"/>
                  </a:lnTo>
                  <a:lnTo>
                    <a:pt x="801" y="127"/>
                  </a:lnTo>
                  <a:lnTo>
                    <a:pt x="590" y="190"/>
                  </a:lnTo>
                  <a:lnTo>
                    <a:pt x="401" y="295"/>
                  </a:lnTo>
                  <a:lnTo>
                    <a:pt x="190" y="401"/>
                  </a:lnTo>
                  <a:lnTo>
                    <a:pt x="1" y="527"/>
                  </a:lnTo>
                  <a:lnTo>
                    <a:pt x="1" y="527"/>
                  </a:lnTo>
                  <a:lnTo>
                    <a:pt x="190" y="401"/>
                  </a:lnTo>
                  <a:lnTo>
                    <a:pt x="380" y="295"/>
                  </a:lnTo>
                  <a:lnTo>
                    <a:pt x="590" y="211"/>
                  </a:lnTo>
                  <a:lnTo>
                    <a:pt x="780" y="148"/>
                  </a:lnTo>
                  <a:lnTo>
                    <a:pt x="990" y="106"/>
                  </a:lnTo>
                  <a:lnTo>
                    <a:pt x="1201" y="64"/>
                  </a:lnTo>
                  <a:lnTo>
                    <a:pt x="1412" y="43"/>
                  </a:lnTo>
                  <a:lnTo>
                    <a:pt x="1622" y="22"/>
                  </a:lnTo>
                  <a:lnTo>
                    <a:pt x="1622" y="22"/>
                  </a:lnTo>
                  <a:lnTo>
                    <a:pt x="1896" y="43"/>
                  </a:lnTo>
                  <a:lnTo>
                    <a:pt x="2191" y="85"/>
                  </a:lnTo>
                  <a:lnTo>
                    <a:pt x="2465" y="148"/>
                  </a:lnTo>
                  <a:lnTo>
                    <a:pt x="2717" y="253"/>
                  </a:lnTo>
                  <a:lnTo>
                    <a:pt x="2991" y="359"/>
                  </a:lnTo>
                  <a:lnTo>
                    <a:pt x="3223" y="527"/>
                  </a:lnTo>
                  <a:lnTo>
                    <a:pt x="3476" y="695"/>
                  </a:lnTo>
                  <a:lnTo>
                    <a:pt x="3686" y="906"/>
                  </a:lnTo>
                  <a:lnTo>
                    <a:pt x="10404" y="7835"/>
                  </a:lnTo>
                  <a:lnTo>
                    <a:pt x="10404" y="7835"/>
                  </a:lnTo>
                  <a:lnTo>
                    <a:pt x="10678" y="8067"/>
                  </a:lnTo>
                  <a:lnTo>
                    <a:pt x="10952" y="8277"/>
                  </a:lnTo>
                  <a:lnTo>
                    <a:pt x="10952" y="8277"/>
                  </a:lnTo>
                  <a:lnTo>
                    <a:pt x="10699" y="8088"/>
                  </a:lnTo>
                  <a:lnTo>
                    <a:pt x="10447" y="7856"/>
                  </a:lnTo>
                  <a:lnTo>
                    <a:pt x="3686" y="843"/>
                  </a:lnTo>
                  <a:lnTo>
                    <a:pt x="3686" y="843"/>
                  </a:lnTo>
                  <a:lnTo>
                    <a:pt x="3476" y="653"/>
                  </a:lnTo>
                  <a:lnTo>
                    <a:pt x="3244" y="485"/>
                  </a:lnTo>
                  <a:lnTo>
                    <a:pt x="2991" y="337"/>
                  </a:lnTo>
                  <a:lnTo>
                    <a:pt x="2738" y="211"/>
                  </a:lnTo>
                  <a:lnTo>
                    <a:pt x="2486" y="106"/>
                  </a:lnTo>
                  <a:lnTo>
                    <a:pt x="2212" y="43"/>
                  </a:lnTo>
                  <a:lnTo>
                    <a:pt x="1938" y="1"/>
                  </a:lnTo>
                  <a:lnTo>
                    <a:pt x="166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103"/>
            <p:cNvSpPr/>
            <p:nvPr/>
          </p:nvSpPr>
          <p:spPr>
            <a:xfrm>
              <a:off x="5902850" y="1036300"/>
              <a:ext cx="330675" cy="1027775"/>
            </a:xfrm>
            <a:custGeom>
              <a:avLst/>
              <a:gdLst/>
              <a:ahLst/>
              <a:cxnLst/>
              <a:rect l="l" t="t" r="r" b="b"/>
              <a:pathLst>
                <a:path w="13227" h="41111" fill="none" extrusionOk="0">
                  <a:moveTo>
                    <a:pt x="13226" y="0"/>
                  </a:moveTo>
                  <a:lnTo>
                    <a:pt x="13226" y="0"/>
                  </a:lnTo>
                  <a:lnTo>
                    <a:pt x="13205" y="64"/>
                  </a:lnTo>
                  <a:lnTo>
                    <a:pt x="190" y="40668"/>
                  </a:lnTo>
                  <a:lnTo>
                    <a:pt x="190" y="40668"/>
                  </a:lnTo>
                  <a:lnTo>
                    <a:pt x="106" y="40900"/>
                  </a:lnTo>
                  <a:lnTo>
                    <a:pt x="0" y="41110"/>
                  </a:lnTo>
                  <a:lnTo>
                    <a:pt x="0" y="41110"/>
                  </a:lnTo>
                  <a:lnTo>
                    <a:pt x="127" y="40878"/>
                  </a:lnTo>
                  <a:lnTo>
                    <a:pt x="232" y="40626"/>
                  </a:lnTo>
                  <a:lnTo>
                    <a:pt x="13184" y="148"/>
                  </a:lnTo>
                  <a:lnTo>
                    <a:pt x="13184" y="148"/>
                  </a:lnTo>
                  <a:lnTo>
                    <a:pt x="132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103"/>
            <p:cNvSpPr/>
            <p:nvPr/>
          </p:nvSpPr>
          <p:spPr>
            <a:xfrm>
              <a:off x="6091875" y="947850"/>
              <a:ext cx="57400" cy="13175"/>
            </a:xfrm>
            <a:custGeom>
              <a:avLst/>
              <a:gdLst/>
              <a:ahLst/>
              <a:cxnLst/>
              <a:rect l="l" t="t" r="r" b="b"/>
              <a:pathLst>
                <a:path w="2296" h="527" fill="none" extrusionOk="0">
                  <a:moveTo>
                    <a:pt x="2296" y="0"/>
                  </a:moveTo>
                  <a:lnTo>
                    <a:pt x="2296" y="0"/>
                  </a:lnTo>
                  <a:lnTo>
                    <a:pt x="2275" y="0"/>
                  </a:lnTo>
                  <a:lnTo>
                    <a:pt x="0" y="527"/>
                  </a:lnTo>
                  <a:lnTo>
                    <a:pt x="229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103"/>
            <p:cNvSpPr/>
            <p:nvPr/>
          </p:nvSpPr>
          <p:spPr>
            <a:xfrm>
              <a:off x="1266975" y="946275"/>
              <a:ext cx="4969175" cy="3056925"/>
            </a:xfrm>
            <a:custGeom>
              <a:avLst/>
              <a:gdLst/>
              <a:ahLst/>
              <a:cxnLst/>
              <a:rect l="l" t="t" r="r" b="b"/>
              <a:pathLst>
                <a:path w="198767" h="122277" extrusionOk="0">
                  <a:moveTo>
                    <a:pt x="195902" y="0"/>
                  </a:moveTo>
                  <a:lnTo>
                    <a:pt x="195608" y="21"/>
                  </a:lnTo>
                  <a:lnTo>
                    <a:pt x="195292" y="63"/>
                  </a:lnTo>
                  <a:lnTo>
                    <a:pt x="192996" y="590"/>
                  </a:lnTo>
                  <a:lnTo>
                    <a:pt x="152750" y="9920"/>
                  </a:lnTo>
                  <a:lnTo>
                    <a:pt x="152560" y="9983"/>
                  </a:lnTo>
                  <a:lnTo>
                    <a:pt x="152371" y="10046"/>
                  </a:lnTo>
                  <a:lnTo>
                    <a:pt x="152202" y="10109"/>
                  </a:lnTo>
                  <a:lnTo>
                    <a:pt x="152013" y="10193"/>
                  </a:lnTo>
                  <a:lnTo>
                    <a:pt x="151844" y="10299"/>
                  </a:lnTo>
                  <a:lnTo>
                    <a:pt x="151697" y="10404"/>
                  </a:lnTo>
                  <a:lnTo>
                    <a:pt x="151550" y="10530"/>
                  </a:lnTo>
                  <a:lnTo>
                    <a:pt x="151402" y="10657"/>
                  </a:lnTo>
                  <a:lnTo>
                    <a:pt x="151192" y="10867"/>
                  </a:lnTo>
                  <a:lnTo>
                    <a:pt x="151023" y="11099"/>
                  </a:lnTo>
                  <a:lnTo>
                    <a:pt x="150876" y="11331"/>
                  </a:lnTo>
                  <a:lnTo>
                    <a:pt x="150749" y="11583"/>
                  </a:lnTo>
                  <a:lnTo>
                    <a:pt x="150665" y="11857"/>
                  </a:lnTo>
                  <a:lnTo>
                    <a:pt x="150581" y="12131"/>
                  </a:lnTo>
                  <a:lnTo>
                    <a:pt x="150539" y="12384"/>
                  </a:lnTo>
                  <a:lnTo>
                    <a:pt x="150518" y="12678"/>
                  </a:lnTo>
                  <a:lnTo>
                    <a:pt x="150539" y="12952"/>
                  </a:lnTo>
                  <a:lnTo>
                    <a:pt x="150560" y="13226"/>
                  </a:lnTo>
                  <a:lnTo>
                    <a:pt x="150623" y="13479"/>
                  </a:lnTo>
                  <a:lnTo>
                    <a:pt x="150707" y="13752"/>
                  </a:lnTo>
                  <a:lnTo>
                    <a:pt x="150834" y="14005"/>
                  </a:lnTo>
                  <a:lnTo>
                    <a:pt x="150960" y="14258"/>
                  </a:lnTo>
                  <a:lnTo>
                    <a:pt x="151128" y="14490"/>
                  </a:lnTo>
                  <a:lnTo>
                    <a:pt x="151318" y="14721"/>
                  </a:lnTo>
                  <a:lnTo>
                    <a:pt x="157931" y="21545"/>
                  </a:lnTo>
                  <a:lnTo>
                    <a:pt x="157994" y="21629"/>
                  </a:lnTo>
                  <a:lnTo>
                    <a:pt x="158184" y="21861"/>
                  </a:lnTo>
                  <a:lnTo>
                    <a:pt x="158352" y="22092"/>
                  </a:lnTo>
                  <a:lnTo>
                    <a:pt x="158478" y="22345"/>
                  </a:lnTo>
                  <a:lnTo>
                    <a:pt x="158584" y="22598"/>
                  </a:lnTo>
                  <a:lnTo>
                    <a:pt x="158647" y="22872"/>
                  </a:lnTo>
                  <a:lnTo>
                    <a:pt x="158710" y="23145"/>
                  </a:lnTo>
                  <a:lnTo>
                    <a:pt x="158731" y="23419"/>
                  </a:lnTo>
                  <a:lnTo>
                    <a:pt x="158731" y="23693"/>
                  </a:lnTo>
                  <a:lnTo>
                    <a:pt x="158710" y="23967"/>
                  </a:lnTo>
                  <a:lnTo>
                    <a:pt x="158647" y="24219"/>
                  </a:lnTo>
                  <a:lnTo>
                    <a:pt x="158563" y="24493"/>
                  </a:lnTo>
                  <a:lnTo>
                    <a:pt x="158457" y="24746"/>
                  </a:lnTo>
                  <a:lnTo>
                    <a:pt x="158331" y="24999"/>
                  </a:lnTo>
                  <a:lnTo>
                    <a:pt x="158184" y="25230"/>
                  </a:lnTo>
                  <a:lnTo>
                    <a:pt x="157994" y="25462"/>
                  </a:lnTo>
                  <a:lnTo>
                    <a:pt x="157783" y="25652"/>
                  </a:lnTo>
                  <a:lnTo>
                    <a:pt x="113241" y="66129"/>
                  </a:lnTo>
                  <a:lnTo>
                    <a:pt x="113030" y="66298"/>
                  </a:lnTo>
                  <a:lnTo>
                    <a:pt x="112799" y="66445"/>
                  </a:lnTo>
                  <a:lnTo>
                    <a:pt x="112567" y="66572"/>
                  </a:lnTo>
                  <a:lnTo>
                    <a:pt x="112335" y="66677"/>
                  </a:lnTo>
                  <a:lnTo>
                    <a:pt x="112083" y="66761"/>
                  </a:lnTo>
                  <a:lnTo>
                    <a:pt x="111830" y="66824"/>
                  </a:lnTo>
                  <a:lnTo>
                    <a:pt x="111577" y="66846"/>
                  </a:lnTo>
                  <a:lnTo>
                    <a:pt x="111303" y="66867"/>
                  </a:lnTo>
                  <a:lnTo>
                    <a:pt x="111072" y="66846"/>
                  </a:lnTo>
                  <a:lnTo>
                    <a:pt x="110819" y="66824"/>
                  </a:lnTo>
                  <a:lnTo>
                    <a:pt x="110587" y="66761"/>
                  </a:lnTo>
                  <a:lnTo>
                    <a:pt x="110356" y="66698"/>
                  </a:lnTo>
                  <a:lnTo>
                    <a:pt x="110124" y="66614"/>
                  </a:lnTo>
                  <a:lnTo>
                    <a:pt x="109892" y="66487"/>
                  </a:lnTo>
                  <a:lnTo>
                    <a:pt x="109682" y="66361"/>
                  </a:lnTo>
                  <a:lnTo>
                    <a:pt x="109471" y="66214"/>
                  </a:lnTo>
                  <a:lnTo>
                    <a:pt x="93171" y="52609"/>
                  </a:lnTo>
                  <a:lnTo>
                    <a:pt x="93171" y="52609"/>
                  </a:lnTo>
                  <a:lnTo>
                    <a:pt x="93423" y="61559"/>
                  </a:lnTo>
                  <a:lnTo>
                    <a:pt x="93760" y="63202"/>
                  </a:lnTo>
                  <a:lnTo>
                    <a:pt x="94097" y="64992"/>
                  </a:lnTo>
                  <a:lnTo>
                    <a:pt x="94434" y="66930"/>
                  </a:lnTo>
                  <a:lnTo>
                    <a:pt x="94771" y="68973"/>
                  </a:lnTo>
                  <a:lnTo>
                    <a:pt x="95108" y="71121"/>
                  </a:lnTo>
                  <a:lnTo>
                    <a:pt x="95445" y="73353"/>
                  </a:lnTo>
                  <a:lnTo>
                    <a:pt x="96140" y="78050"/>
                  </a:lnTo>
                  <a:lnTo>
                    <a:pt x="110019" y="89591"/>
                  </a:lnTo>
                  <a:lnTo>
                    <a:pt x="110208" y="89759"/>
                  </a:lnTo>
                  <a:lnTo>
                    <a:pt x="110419" y="89885"/>
                  </a:lnTo>
                  <a:lnTo>
                    <a:pt x="110651" y="89991"/>
                  </a:lnTo>
                  <a:lnTo>
                    <a:pt x="110882" y="90096"/>
                  </a:lnTo>
                  <a:lnTo>
                    <a:pt x="111114" y="90159"/>
                  </a:lnTo>
                  <a:lnTo>
                    <a:pt x="111346" y="90222"/>
                  </a:lnTo>
                  <a:lnTo>
                    <a:pt x="111577" y="90244"/>
                  </a:lnTo>
                  <a:lnTo>
                    <a:pt x="111830" y="90265"/>
                  </a:lnTo>
                  <a:lnTo>
                    <a:pt x="112083" y="90244"/>
                  </a:lnTo>
                  <a:lnTo>
                    <a:pt x="112335" y="90201"/>
                  </a:lnTo>
                  <a:lnTo>
                    <a:pt x="112588" y="90159"/>
                  </a:lnTo>
                  <a:lnTo>
                    <a:pt x="112820" y="90075"/>
                  </a:lnTo>
                  <a:lnTo>
                    <a:pt x="113051" y="89970"/>
                  </a:lnTo>
                  <a:lnTo>
                    <a:pt x="113283" y="89843"/>
                  </a:lnTo>
                  <a:lnTo>
                    <a:pt x="113515" y="89696"/>
                  </a:lnTo>
                  <a:lnTo>
                    <a:pt x="113725" y="89527"/>
                  </a:lnTo>
                  <a:lnTo>
                    <a:pt x="170146" y="38267"/>
                  </a:lnTo>
                  <a:lnTo>
                    <a:pt x="170314" y="38140"/>
                  </a:lnTo>
                  <a:lnTo>
                    <a:pt x="170462" y="38035"/>
                  </a:lnTo>
                  <a:lnTo>
                    <a:pt x="170651" y="37909"/>
                  </a:lnTo>
                  <a:lnTo>
                    <a:pt x="170862" y="37803"/>
                  </a:lnTo>
                  <a:lnTo>
                    <a:pt x="171051" y="37698"/>
                  </a:lnTo>
                  <a:lnTo>
                    <a:pt x="171262" y="37635"/>
                  </a:lnTo>
                  <a:lnTo>
                    <a:pt x="171473" y="37572"/>
                  </a:lnTo>
                  <a:lnTo>
                    <a:pt x="171683" y="37530"/>
                  </a:lnTo>
                  <a:lnTo>
                    <a:pt x="171894" y="37509"/>
                  </a:lnTo>
                  <a:lnTo>
                    <a:pt x="172399" y="37509"/>
                  </a:lnTo>
                  <a:lnTo>
                    <a:pt x="172673" y="37551"/>
                  </a:lnTo>
                  <a:lnTo>
                    <a:pt x="172947" y="37614"/>
                  </a:lnTo>
                  <a:lnTo>
                    <a:pt x="173199" y="37719"/>
                  </a:lnTo>
                  <a:lnTo>
                    <a:pt x="173452" y="37845"/>
                  </a:lnTo>
                  <a:lnTo>
                    <a:pt x="173705" y="37993"/>
                  </a:lnTo>
                  <a:lnTo>
                    <a:pt x="173937" y="38161"/>
                  </a:lnTo>
                  <a:lnTo>
                    <a:pt x="174147" y="38351"/>
                  </a:lnTo>
                  <a:lnTo>
                    <a:pt x="180908" y="45364"/>
                  </a:lnTo>
                  <a:lnTo>
                    <a:pt x="181160" y="45596"/>
                  </a:lnTo>
                  <a:lnTo>
                    <a:pt x="181413" y="45785"/>
                  </a:lnTo>
                  <a:lnTo>
                    <a:pt x="181729" y="45954"/>
                  </a:lnTo>
                  <a:lnTo>
                    <a:pt x="182045" y="46059"/>
                  </a:lnTo>
                  <a:lnTo>
                    <a:pt x="182255" y="46122"/>
                  </a:lnTo>
                  <a:lnTo>
                    <a:pt x="182487" y="46164"/>
                  </a:lnTo>
                  <a:lnTo>
                    <a:pt x="182698" y="46206"/>
                  </a:lnTo>
                  <a:lnTo>
                    <a:pt x="183119" y="46206"/>
                  </a:lnTo>
                  <a:lnTo>
                    <a:pt x="183308" y="46185"/>
                  </a:lnTo>
                  <a:lnTo>
                    <a:pt x="183498" y="46143"/>
                  </a:lnTo>
                  <a:lnTo>
                    <a:pt x="183687" y="46101"/>
                  </a:lnTo>
                  <a:lnTo>
                    <a:pt x="184046" y="45975"/>
                  </a:lnTo>
                  <a:lnTo>
                    <a:pt x="184382" y="45806"/>
                  </a:lnTo>
                  <a:lnTo>
                    <a:pt x="184698" y="45596"/>
                  </a:lnTo>
                  <a:lnTo>
                    <a:pt x="184846" y="45469"/>
                  </a:lnTo>
                  <a:lnTo>
                    <a:pt x="184993" y="45343"/>
                  </a:lnTo>
                  <a:lnTo>
                    <a:pt x="185120" y="45196"/>
                  </a:lnTo>
                  <a:lnTo>
                    <a:pt x="185225" y="45048"/>
                  </a:lnTo>
                  <a:lnTo>
                    <a:pt x="185351" y="44880"/>
                  </a:lnTo>
                  <a:lnTo>
                    <a:pt x="185435" y="44711"/>
                  </a:lnTo>
                  <a:lnTo>
                    <a:pt x="185541" y="44501"/>
                  </a:lnTo>
                  <a:lnTo>
                    <a:pt x="185625" y="44269"/>
                  </a:lnTo>
                  <a:lnTo>
                    <a:pt x="198640" y="3665"/>
                  </a:lnTo>
                  <a:lnTo>
                    <a:pt x="198661" y="3601"/>
                  </a:lnTo>
                  <a:lnTo>
                    <a:pt x="198725" y="3264"/>
                  </a:lnTo>
                  <a:lnTo>
                    <a:pt x="198767" y="2927"/>
                  </a:lnTo>
                  <a:lnTo>
                    <a:pt x="198746" y="2591"/>
                  </a:lnTo>
                  <a:lnTo>
                    <a:pt x="198682" y="2232"/>
                  </a:lnTo>
                  <a:lnTo>
                    <a:pt x="198619" y="2001"/>
                  </a:lnTo>
                  <a:lnTo>
                    <a:pt x="198535" y="1769"/>
                  </a:lnTo>
                  <a:lnTo>
                    <a:pt x="198430" y="1538"/>
                  </a:lnTo>
                  <a:lnTo>
                    <a:pt x="198303" y="1327"/>
                  </a:lnTo>
                  <a:lnTo>
                    <a:pt x="198177" y="1137"/>
                  </a:lnTo>
                  <a:lnTo>
                    <a:pt x="198030" y="948"/>
                  </a:lnTo>
                  <a:lnTo>
                    <a:pt x="197861" y="779"/>
                  </a:lnTo>
                  <a:lnTo>
                    <a:pt x="197671" y="611"/>
                  </a:lnTo>
                  <a:lnTo>
                    <a:pt x="197482" y="484"/>
                  </a:lnTo>
                  <a:lnTo>
                    <a:pt x="197271" y="358"/>
                  </a:lnTo>
                  <a:lnTo>
                    <a:pt x="197061" y="253"/>
                  </a:lnTo>
                  <a:lnTo>
                    <a:pt x="196850" y="169"/>
                  </a:lnTo>
                  <a:lnTo>
                    <a:pt x="196618" y="84"/>
                  </a:lnTo>
                  <a:lnTo>
                    <a:pt x="196387" y="42"/>
                  </a:lnTo>
                  <a:lnTo>
                    <a:pt x="196134" y="21"/>
                  </a:lnTo>
                  <a:lnTo>
                    <a:pt x="195902" y="0"/>
                  </a:lnTo>
                  <a:close/>
                  <a:moveTo>
                    <a:pt x="62865" y="42963"/>
                  </a:moveTo>
                  <a:lnTo>
                    <a:pt x="3306" y="95761"/>
                  </a:lnTo>
                  <a:lnTo>
                    <a:pt x="3075" y="96056"/>
                  </a:lnTo>
                  <a:lnTo>
                    <a:pt x="2906" y="96372"/>
                  </a:lnTo>
                  <a:lnTo>
                    <a:pt x="2780" y="96730"/>
                  </a:lnTo>
                  <a:lnTo>
                    <a:pt x="2696" y="97088"/>
                  </a:lnTo>
                  <a:lnTo>
                    <a:pt x="0" y="122276"/>
                  </a:lnTo>
                  <a:lnTo>
                    <a:pt x="64823" y="64824"/>
                  </a:lnTo>
                  <a:lnTo>
                    <a:pt x="64802" y="63244"/>
                  </a:lnTo>
                  <a:lnTo>
                    <a:pt x="64634" y="60759"/>
                  </a:lnTo>
                  <a:lnTo>
                    <a:pt x="64423" y="58190"/>
                  </a:lnTo>
                  <a:lnTo>
                    <a:pt x="64192" y="55536"/>
                  </a:lnTo>
                  <a:lnTo>
                    <a:pt x="63939" y="52861"/>
                  </a:lnTo>
                  <a:lnTo>
                    <a:pt x="63665" y="50208"/>
                  </a:lnTo>
                  <a:lnTo>
                    <a:pt x="63391" y="47660"/>
                  </a:lnTo>
                  <a:lnTo>
                    <a:pt x="62865" y="429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103"/>
            <p:cNvSpPr/>
            <p:nvPr/>
          </p:nvSpPr>
          <p:spPr>
            <a:xfrm>
              <a:off x="1266975" y="2020350"/>
              <a:ext cx="1620600" cy="1982850"/>
            </a:xfrm>
            <a:custGeom>
              <a:avLst/>
              <a:gdLst/>
              <a:ahLst/>
              <a:cxnLst/>
              <a:rect l="l" t="t" r="r" b="b"/>
              <a:pathLst>
                <a:path w="64824" h="79314" fill="none" extrusionOk="0">
                  <a:moveTo>
                    <a:pt x="62865" y="0"/>
                  </a:moveTo>
                  <a:lnTo>
                    <a:pt x="3306" y="52798"/>
                  </a:lnTo>
                  <a:lnTo>
                    <a:pt x="3306" y="52798"/>
                  </a:lnTo>
                  <a:lnTo>
                    <a:pt x="3075" y="53093"/>
                  </a:lnTo>
                  <a:lnTo>
                    <a:pt x="2906" y="53409"/>
                  </a:lnTo>
                  <a:lnTo>
                    <a:pt x="2780" y="53767"/>
                  </a:lnTo>
                  <a:lnTo>
                    <a:pt x="2696" y="54125"/>
                  </a:lnTo>
                  <a:lnTo>
                    <a:pt x="0" y="79313"/>
                  </a:lnTo>
                  <a:lnTo>
                    <a:pt x="64823" y="21861"/>
                  </a:lnTo>
                  <a:lnTo>
                    <a:pt x="64823" y="21861"/>
                  </a:lnTo>
                  <a:lnTo>
                    <a:pt x="64802" y="20281"/>
                  </a:lnTo>
                  <a:lnTo>
                    <a:pt x="64802" y="20281"/>
                  </a:lnTo>
                  <a:lnTo>
                    <a:pt x="64634" y="17796"/>
                  </a:lnTo>
                  <a:lnTo>
                    <a:pt x="64423" y="15227"/>
                  </a:lnTo>
                  <a:lnTo>
                    <a:pt x="64192" y="12573"/>
                  </a:lnTo>
                  <a:lnTo>
                    <a:pt x="63939" y="9898"/>
                  </a:lnTo>
                  <a:lnTo>
                    <a:pt x="63665" y="7245"/>
                  </a:lnTo>
                  <a:lnTo>
                    <a:pt x="63391" y="4697"/>
                  </a:lnTo>
                  <a:lnTo>
                    <a:pt x="628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103"/>
            <p:cNvSpPr/>
            <p:nvPr/>
          </p:nvSpPr>
          <p:spPr>
            <a:xfrm>
              <a:off x="3596225" y="946275"/>
              <a:ext cx="2639925" cy="2256625"/>
            </a:xfrm>
            <a:custGeom>
              <a:avLst/>
              <a:gdLst/>
              <a:ahLst/>
              <a:cxnLst/>
              <a:rect l="l" t="t" r="r" b="b"/>
              <a:pathLst>
                <a:path w="105597" h="90265" fill="none" extrusionOk="0">
                  <a:moveTo>
                    <a:pt x="102732" y="0"/>
                  </a:moveTo>
                  <a:lnTo>
                    <a:pt x="102732" y="0"/>
                  </a:lnTo>
                  <a:lnTo>
                    <a:pt x="102438" y="21"/>
                  </a:lnTo>
                  <a:lnTo>
                    <a:pt x="102122" y="63"/>
                  </a:lnTo>
                  <a:lnTo>
                    <a:pt x="99826" y="590"/>
                  </a:lnTo>
                  <a:lnTo>
                    <a:pt x="59580" y="9920"/>
                  </a:lnTo>
                  <a:lnTo>
                    <a:pt x="59580" y="9920"/>
                  </a:lnTo>
                  <a:lnTo>
                    <a:pt x="59390" y="9983"/>
                  </a:lnTo>
                  <a:lnTo>
                    <a:pt x="59201" y="10046"/>
                  </a:lnTo>
                  <a:lnTo>
                    <a:pt x="59032" y="10109"/>
                  </a:lnTo>
                  <a:lnTo>
                    <a:pt x="58843" y="10193"/>
                  </a:lnTo>
                  <a:lnTo>
                    <a:pt x="58674" y="10299"/>
                  </a:lnTo>
                  <a:lnTo>
                    <a:pt x="58527" y="10404"/>
                  </a:lnTo>
                  <a:lnTo>
                    <a:pt x="58380" y="10530"/>
                  </a:lnTo>
                  <a:lnTo>
                    <a:pt x="58232" y="10657"/>
                  </a:lnTo>
                  <a:lnTo>
                    <a:pt x="58232" y="10657"/>
                  </a:lnTo>
                  <a:lnTo>
                    <a:pt x="58022" y="10867"/>
                  </a:lnTo>
                  <a:lnTo>
                    <a:pt x="57853" y="11099"/>
                  </a:lnTo>
                  <a:lnTo>
                    <a:pt x="57706" y="11331"/>
                  </a:lnTo>
                  <a:lnTo>
                    <a:pt x="57579" y="11583"/>
                  </a:lnTo>
                  <a:lnTo>
                    <a:pt x="57495" y="11857"/>
                  </a:lnTo>
                  <a:lnTo>
                    <a:pt x="57411" y="12131"/>
                  </a:lnTo>
                  <a:lnTo>
                    <a:pt x="57369" y="12384"/>
                  </a:lnTo>
                  <a:lnTo>
                    <a:pt x="57348" y="12678"/>
                  </a:lnTo>
                  <a:lnTo>
                    <a:pt x="57369" y="12952"/>
                  </a:lnTo>
                  <a:lnTo>
                    <a:pt x="57390" y="13226"/>
                  </a:lnTo>
                  <a:lnTo>
                    <a:pt x="57453" y="13479"/>
                  </a:lnTo>
                  <a:lnTo>
                    <a:pt x="57537" y="13752"/>
                  </a:lnTo>
                  <a:lnTo>
                    <a:pt x="57664" y="14005"/>
                  </a:lnTo>
                  <a:lnTo>
                    <a:pt x="57790" y="14258"/>
                  </a:lnTo>
                  <a:lnTo>
                    <a:pt x="57958" y="14490"/>
                  </a:lnTo>
                  <a:lnTo>
                    <a:pt x="58148" y="14721"/>
                  </a:lnTo>
                  <a:lnTo>
                    <a:pt x="64761" y="21545"/>
                  </a:lnTo>
                  <a:lnTo>
                    <a:pt x="64761" y="21545"/>
                  </a:lnTo>
                  <a:lnTo>
                    <a:pt x="64824" y="21629"/>
                  </a:lnTo>
                  <a:lnTo>
                    <a:pt x="64824" y="21629"/>
                  </a:lnTo>
                  <a:lnTo>
                    <a:pt x="65014" y="21861"/>
                  </a:lnTo>
                  <a:lnTo>
                    <a:pt x="65182" y="22092"/>
                  </a:lnTo>
                  <a:lnTo>
                    <a:pt x="65308" y="22345"/>
                  </a:lnTo>
                  <a:lnTo>
                    <a:pt x="65414" y="22598"/>
                  </a:lnTo>
                  <a:lnTo>
                    <a:pt x="65477" y="22872"/>
                  </a:lnTo>
                  <a:lnTo>
                    <a:pt x="65540" y="23145"/>
                  </a:lnTo>
                  <a:lnTo>
                    <a:pt x="65561" y="23419"/>
                  </a:lnTo>
                  <a:lnTo>
                    <a:pt x="65561" y="23693"/>
                  </a:lnTo>
                  <a:lnTo>
                    <a:pt x="65540" y="23967"/>
                  </a:lnTo>
                  <a:lnTo>
                    <a:pt x="65477" y="24219"/>
                  </a:lnTo>
                  <a:lnTo>
                    <a:pt x="65393" y="24493"/>
                  </a:lnTo>
                  <a:lnTo>
                    <a:pt x="65287" y="24746"/>
                  </a:lnTo>
                  <a:lnTo>
                    <a:pt x="65161" y="24999"/>
                  </a:lnTo>
                  <a:lnTo>
                    <a:pt x="65014" y="25230"/>
                  </a:lnTo>
                  <a:lnTo>
                    <a:pt x="64824" y="25462"/>
                  </a:lnTo>
                  <a:lnTo>
                    <a:pt x="64613" y="25652"/>
                  </a:lnTo>
                  <a:lnTo>
                    <a:pt x="20071" y="66129"/>
                  </a:lnTo>
                  <a:lnTo>
                    <a:pt x="20071" y="66129"/>
                  </a:lnTo>
                  <a:lnTo>
                    <a:pt x="19860" y="66298"/>
                  </a:lnTo>
                  <a:lnTo>
                    <a:pt x="19629" y="66445"/>
                  </a:lnTo>
                  <a:lnTo>
                    <a:pt x="19397" y="66572"/>
                  </a:lnTo>
                  <a:lnTo>
                    <a:pt x="19165" y="66677"/>
                  </a:lnTo>
                  <a:lnTo>
                    <a:pt x="18913" y="66761"/>
                  </a:lnTo>
                  <a:lnTo>
                    <a:pt x="18660" y="66824"/>
                  </a:lnTo>
                  <a:lnTo>
                    <a:pt x="18407" y="66846"/>
                  </a:lnTo>
                  <a:lnTo>
                    <a:pt x="18133" y="66867"/>
                  </a:lnTo>
                  <a:lnTo>
                    <a:pt x="18133" y="66867"/>
                  </a:lnTo>
                  <a:lnTo>
                    <a:pt x="17902" y="66846"/>
                  </a:lnTo>
                  <a:lnTo>
                    <a:pt x="17649" y="66824"/>
                  </a:lnTo>
                  <a:lnTo>
                    <a:pt x="17417" y="66761"/>
                  </a:lnTo>
                  <a:lnTo>
                    <a:pt x="17186" y="66698"/>
                  </a:lnTo>
                  <a:lnTo>
                    <a:pt x="16954" y="66614"/>
                  </a:lnTo>
                  <a:lnTo>
                    <a:pt x="16722" y="66487"/>
                  </a:lnTo>
                  <a:lnTo>
                    <a:pt x="16512" y="66361"/>
                  </a:lnTo>
                  <a:lnTo>
                    <a:pt x="16301" y="66214"/>
                  </a:lnTo>
                  <a:lnTo>
                    <a:pt x="1" y="52609"/>
                  </a:lnTo>
                  <a:lnTo>
                    <a:pt x="253" y="61559"/>
                  </a:lnTo>
                  <a:lnTo>
                    <a:pt x="253" y="61559"/>
                  </a:lnTo>
                  <a:lnTo>
                    <a:pt x="253" y="61559"/>
                  </a:lnTo>
                  <a:lnTo>
                    <a:pt x="590" y="63202"/>
                  </a:lnTo>
                  <a:lnTo>
                    <a:pt x="927" y="64992"/>
                  </a:lnTo>
                  <a:lnTo>
                    <a:pt x="1264" y="66930"/>
                  </a:lnTo>
                  <a:lnTo>
                    <a:pt x="1601" y="68973"/>
                  </a:lnTo>
                  <a:lnTo>
                    <a:pt x="1938" y="71121"/>
                  </a:lnTo>
                  <a:lnTo>
                    <a:pt x="2275" y="73353"/>
                  </a:lnTo>
                  <a:lnTo>
                    <a:pt x="2970" y="78050"/>
                  </a:lnTo>
                  <a:lnTo>
                    <a:pt x="16849" y="89591"/>
                  </a:lnTo>
                  <a:lnTo>
                    <a:pt x="16849" y="89591"/>
                  </a:lnTo>
                  <a:lnTo>
                    <a:pt x="17038" y="89759"/>
                  </a:lnTo>
                  <a:lnTo>
                    <a:pt x="17249" y="89885"/>
                  </a:lnTo>
                  <a:lnTo>
                    <a:pt x="17481" y="89991"/>
                  </a:lnTo>
                  <a:lnTo>
                    <a:pt x="17712" y="90096"/>
                  </a:lnTo>
                  <a:lnTo>
                    <a:pt x="17944" y="90159"/>
                  </a:lnTo>
                  <a:lnTo>
                    <a:pt x="18176" y="90222"/>
                  </a:lnTo>
                  <a:lnTo>
                    <a:pt x="18407" y="90244"/>
                  </a:lnTo>
                  <a:lnTo>
                    <a:pt x="18660" y="90265"/>
                  </a:lnTo>
                  <a:lnTo>
                    <a:pt x="18660" y="90265"/>
                  </a:lnTo>
                  <a:lnTo>
                    <a:pt x="18913" y="90244"/>
                  </a:lnTo>
                  <a:lnTo>
                    <a:pt x="19165" y="90201"/>
                  </a:lnTo>
                  <a:lnTo>
                    <a:pt x="19418" y="90159"/>
                  </a:lnTo>
                  <a:lnTo>
                    <a:pt x="19650" y="90075"/>
                  </a:lnTo>
                  <a:lnTo>
                    <a:pt x="19881" y="89970"/>
                  </a:lnTo>
                  <a:lnTo>
                    <a:pt x="20113" y="89843"/>
                  </a:lnTo>
                  <a:lnTo>
                    <a:pt x="20345" y="89696"/>
                  </a:lnTo>
                  <a:lnTo>
                    <a:pt x="20555" y="89527"/>
                  </a:lnTo>
                  <a:lnTo>
                    <a:pt x="20555" y="89527"/>
                  </a:lnTo>
                  <a:lnTo>
                    <a:pt x="76976" y="38267"/>
                  </a:lnTo>
                  <a:lnTo>
                    <a:pt x="76976" y="38267"/>
                  </a:lnTo>
                  <a:lnTo>
                    <a:pt x="77144" y="38140"/>
                  </a:lnTo>
                  <a:lnTo>
                    <a:pt x="77292" y="38035"/>
                  </a:lnTo>
                  <a:lnTo>
                    <a:pt x="77292" y="38035"/>
                  </a:lnTo>
                  <a:lnTo>
                    <a:pt x="77481" y="37909"/>
                  </a:lnTo>
                  <a:lnTo>
                    <a:pt x="77692" y="37803"/>
                  </a:lnTo>
                  <a:lnTo>
                    <a:pt x="77881" y="37698"/>
                  </a:lnTo>
                  <a:lnTo>
                    <a:pt x="78092" y="37635"/>
                  </a:lnTo>
                  <a:lnTo>
                    <a:pt x="78303" y="37572"/>
                  </a:lnTo>
                  <a:lnTo>
                    <a:pt x="78513" y="37530"/>
                  </a:lnTo>
                  <a:lnTo>
                    <a:pt x="78724" y="37509"/>
                  </a:lnTo>
                  <a:lnTo>
                    <a:pt x="78955" y="37509"/>
                  </a:lnTo>
                  <a:lnTo>
                    <a:pt x="78955" y="37509"/>
                  </a:lnTo>
                  <a:lnTo>
                    <a:pt x="79229" y="37509"/>
                  </a:lnTo>
                  <a:lnTo>
                    <a:pt x="79503" y="37551"/>
                  </a:lnTo>
                  <a:lnTo>
                    <a:pt x="79777" y="37614"/>
                  </a:lnTo>
                  <a:lnTo>
                    <a:pt x="80029" y="37719"/>
                  </a:lnTo>
                  <a:lnTo>
                    <a:pt x="80282" y="37845"/>
                  </a:lnTo>
                  <a:lnTo>
                    <a:pt x="80535" y="37993"/>
                  </a:lnTo>
                  <a:lnTo>
                    <a:pt x="80767" y="38161"/>
                  </a:lnTo>
                  <a:lnTo>
                    <a:pt x="80977" y="38351"/>
                  </a:lnTo>
                  <a:lnTo>
                    <a:pt x="87738" y="45364"/>
                  </a:lnTo>
                  <a:lnTo>
                    <a:pt x="87738" y="45364"/>
                  </a:lnTo>
                  <a:lnTo>
                    <a:pt x="87990" y="45596"/>
                  </a:lnTo>
                  <a:lnTo>
                    <a:pt x="88243" y="45785"/>
                  </a:lnTo>
                  <a:lnTo>
                    <a:pt x="88243" y="45785"/>
                  </a:lnTo>
                  <a:lnTo>
                    <a:pt x="88559" y="45954"/>
                  </a:lnTo>
                  <a:lnTo>
                    <a:pt x="88875" y="46059"/>
                  </a:lnTo>
                  <a:lnTo>
                    <a:pt x="88875" y="46059"/>
                  </a:lnTo>
                  <a:lnTo>
                    <a:pt x="89085" y="46122"/>
                  </a:lnTo>
                  <a:lnTo>
                    <a:pt x="89317" y="46164"/>
                  </a:lnTo>
                  <a:lnTo>
                    <a:pt x="89528" y="46206"/>
                  </a:lnTo>
                  <a:lnTo>
                    <a:pt x="89759" y="46206"/>
                  </a:lnTo>
                  <a:lnTo>
                    <a:pt x="89759" y="46206"/>
                  </a:lnTo>
                  <a:lnTo>
                    <a:pt x="89949" y="46206"/>
                  </a:lnTo>
                  <a:lnTo>
                    <a:pt x="90138" y="46185"/>
                  </a:lnTo>
                  <a:lnTo>
                    <a:pt x="90328" y="46143"/>
                  </a:lnTo>
                  <a:lnTo>
                    <a:pt x="90517" y="46101"/>
                  </a:lnTo>
                  <a:lnTo>
                    <a:pt x="90876" y="45975"/>
                  </a:lnTo>
                  <a:lnTo>
                    <a:pt x="91212" y="45806"/>
                  </a:lnTo>
                  <a:lnTo>
                    <a:pt x="91528" y="45596"/>
                  </a:lnTo>
                  <a:lnTo>
                    <a:pt x="91676" y="45469"/>
                  </a:lnTo>
                  <a:lnTo>
                    <a:pt x="91823" y="45343"/>
                  </a:lnTo>
                  <a:lnTo>
                    <a:pt x="91950" y="45196"/>
                  </a:lnTo>
                  <a:lnTo>
                    <a:pt x="92055" y="45048"/>
                  </a:lnTo>
                  <a:lnTo>
                    <a:pt x="92181" y="44880"/>
                  </a:lnTo>
                  <a:lnTo>
                    <a:pt x="92265" y="44711"/>
                  </a:lnTo>
                  <a:lnTo>
                    <a:pt x="92265" y="44711"/>
                  </a:lnTo>
                  <a:lnTo>
                    <a:pt x="92371" y="44501"/>
                  </a:lnTo>
                  <a:lnTo>
                    <a:pt x="92455" y="44269"/>
                  </a:lnTo>
                  <a:lnTo>
                    <a:pt x="105470" y="3665"/>
                  </a:lnTo>
                  <a:lnTo>
                    <a:pt x="105470" y="3665"/>
                  </a:lnTo>
                  <a:lnTo>
                    <a:pt x="105491" y="3601"/>
                  </a:lnTo>
                  <a:lnTo>
                    <a:pt x="105491" y="3601"/>
                  </a:lnTo>
                  <a:lnTo>
                    <a:pt x="105555" y="3264"/>
                  </a:lnTo>
                  <a:lnTo>
                    <a:pt x="105597" y="2927"/>
                  </a:lnTo>
                  <a:lnTo>
                    <a:pt x="105576" y="2591"/>
                  </a:lnTo>
                  <a:lnTo>
                    <a:pt x="105512" y="2232"/>
                  </a:lnTo>
                  <a:lnTo>
                    <a:pt x="105512" y="2232"/>
                  </a:lnTo>
                  <a:lnTo>
                    <a:pt x="105449" y="2001"/>
                  </a:lnTo>
                  <a:lnTo>
                    <a:pt x="105365" y="1769"/>
                  </a:lnTo>
                  <a:lnTo>
                    <a:pt x="105260" y="1538"/>
                  </a:lnTo>
                  <a:lnTo>
                    <a:pt x="105133" y="1327"/>
                  </a:lnTo>
                  <a:lnTo>
                    <a:pt x="105007" y="1137"/>
                  </a:lnTo>
                  <a:lnTo>
                    <a:pt x="104860" y="948"/>
                  </a:lnTo>
                  <a:lnTo>
                    <a:pt x="104691" y="779"/>
                  </a:lnTo>
                  <a:lnTo>
                    <a:pt x="104501" y="611"/>
                  </a:lnTo>
                  <a:lnTo>
                    <a:pt x="104312" y="484"/>
                  </a:lnTo>
                  <a:lnTo>
                    <a:pt x="104101" y="358"/>
                  </a:lnTo>
                  <a:lnTo>
                    <a:pt x="103891" y="253"/>
                  </a:lnTo>
                  <a:lnTo>
                    <a:pt x="103680" y="169"/>
                  </a:lnTo>
                  <a:lnTo>
                    <a:pt x="103448" y="84"/>
                  </a:lnTo>
                  <a:lnTo>
                    <a:pt x="103217" y="42"/>
                  </a:lnTo>
                  <a:lnTo>
                    <a:pt x="102964" y="21"/>
                  </a:lnTo>
                  <a:lnTo>
                    <a:pt x="1027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103"/>
            <p:cNvSpPr/>
            <p:nvPr/>
          </p:nvSpPr>
          <p:spPr>
            <a:xfrm>
              <a:off x="3089725" y="4846100"/>
              <a:ext cx="1302600" cy="295400"/>
            </a:xfrm>
            <a:custGeom>
              <a:avLst/>
              <a:gdLst/>
              <a:ahLst/>
              <a:cxnLst/>
              <a:rect l="l" t="t" r="r" b="b"/>
              <a:pathLst>
                <a:path w="52104" h="11816" extrusionOk="0">
                  <a:moveTo>
                    <a:pt x="1" y="1"/>
                  </a:moveTo>
                  <a:lnTo>
                    <a:pt x="1" y="11816"/>
                  </a:lnTo>
                  <a:lnTo>
                    <a:pt x="52104" y="11816"/>
                  </a:lnTo>
                  <a:lnTo>
                    <a:pt x="521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103"/>
            <p:cNvSpPr/>
            <p:nvPr/>
          </p:nvSpPr>
          <p:spPr>
            <a:xfrm>
              <a:off x="3089725" y="4846100"/>
              <a:ext cx="1302600" cy="295400"/>
            </a:xfrm>
            <a:custGeom>
              <a:avLst/>
              <a:gdLst/>
              <a:ahLst/>
              <a:cxnLst/>
              <a:rect l="l" t="t" r="r" b="b"/>
              <a:pathLst>
                <a:path w="52104" h="11816" fill="none" extrusionOk="0">
                  <a:moveTo>
                    <a:pt x="1" y="1"/>
                  </a:moveTo>
                  <a:lnTo>
                    <a:pt x="52104" y="1"/>
                  </a:lnTo>
                  <a:lnTo>
                    <a:pt x="52104" y="11816"/>
                  </a:lnTo>
                  <a:lnTo>
                    <a:pt x="1" y="1181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103"/>
            <p:cNvSpPr/>
            <p:nvPr/>
          </p:nvSpPr>
          <p:spPr>
            <a:xfrm>
              <a:off x="32197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1"/>
                  </a:moveTo>
                  <a:lnTo>
                    <a:pt x="0" y="9394"/>
                  </a:lnTo>
                  <a:lnTo>
                    <a:pt x="1412" y="939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103"/>
            <p:cNvSpPr/>
            <p:nvPr/>
          </p:nvSpPr>
          <p:spPr>
            <a:xfrm>
              <a:off x="32197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1"/>
                  </a:moveTo>
                  <a:lnTo>
                    <a:pt x="0" y="1"/>
                  </a:lnTo>
                  <a:lnTo>
                    <a:pt x="0" y="9394"/>
                  </a:lnTo>
                  <a:lnTo>
                    <a:pt x="1412" y="939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103"/>
            <p:cNvSpPr/>
            <p:nvPr/>
          </p:nvSpPr>
          <p:spPr>
            <a:xfrm>
              <a:off x="3400900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1"/>
                  </a:move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103"/>
            <p:cNvSpPr/>
            <p:nvPr/>
          </p:nvSpPr>
          <p:spPr>
            <a:xfrm>
              <a:off x="3400900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103"/>
            <p:cNvSpPr/>
            <p:nvPr/>
          </p:nvSpPr>
          <p:spPr>
            <a:xfrm>
              <a:off x="3582000" y="5028800"/>
              <a:ext cx="35300" cy="112700"/>
            </a:xfrm>
            <a:custGeom>
              <a:avLst/>
              <a:gdLst/>
              <a:ahLst/>
              <a:cxnLst/>
              <a:rect l="l" t="t" r="r" b="b"/>
              <a:pathLst>
                <a:path w="1412" h="4508" extrusionOk="0">
                  <a:moveTo>
                    <a:pt x="1412" y="1"/>
                  </a:moveTo>
                  <a:lnTo>
                    <a:pt x="1" y="232"/>
                  </a:lnTo>
                  <a:lnTo>
                    <a:pt x="1" y="4508"/>
                  </a:lnTo>
                  <a:lnTo>
                    <a:pt x="1412" y="4508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103"/>
            <p:cNvSpPr/>
            <p:nvPr/>
          </p:nvSpPr>
          <p:spPr>
            <a:xfrm>
              <a:off x="3582000" y="5028800"/>
              <a:ext cx="35300" cy="112700"/>
            </a:xfrm>
            <a:custGeom>
              <a:avLst/>
              <a:gdLst/>
              <a:ahLst/>
              <a:cxnLst/>
              <a:rect l="l" t="t" r="r" b="b"/>
              <a:pathLst>
                <a:path w="1412" h="4508" fill="none" extrusionOk="0">
                  <a:moveTo>
                    <a:pt x="1412" y="1"/>
                  </a:moveTo>
                  <a:lnTo>
                    <a:pt x="1" y="232"/>
                  </a:lnTo>
                  <a:lnTo>
                    <a:pt x="1" y="4508"/>
                  </a:lnTo>
                  <a:lnTo>
                    <a:pt x="1412" y="4508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103"/>
            <p:cNvSpPr/>
            <p:nvPr/>
          </p:nvSpPr>
          <p:spPr>
            <a:xfrm>
              <a:off x="376312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1"/>
                  </a:moveTo>
                  <a:lnTo>
                    <a:pt x="1" y="9394"/>
                  </a:lnTo>
                  <a:lnTo>
                    <a:pt x="1412" y="939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103"/>
            <p:cNvSpPr/>
            <p:nvPr/>
          </p:nvSpPr>
          <p:spPr>
            <a:xfrm>
              <a:off x="376312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394"/>
                  </a:lnTo>
                  <a:lnTo>
                    <a:pt x="1412" y="939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103"/>
            <p:cNvSpPr/>
            <p:nvPr/>
          </p:nvSpPr>
          <p:spPr>
            <a:xfrm>
              <a:off x="3944250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1"/>
                  </a:move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103"/>
            <p:cNvSpPr/>
            <p:nvPr/>
          </p:nvSpPr>
          <p:spPr>
            <a:xfrm>
              <a:off x="3944250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103"/>
            <p:cNvSpPr/>
            <p:nvPr/>
          </p:nvSpPr>
          <p:spPr>
            <a:xfrm>
              <a:off x="41253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1"/>
                  </a:move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103"/>
            <p:cNvSpPr/>
            <p:nvPr/>
          </p:nvSpPr>
          <p:spPr>
            <a:xfrm>
              <a:off x="41253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94"/>
                  </a:lnTo>
                  <a:lnTo>
                    <a:pt x="1411" y="939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103"/>
            <p:cNvSpPr/>
            <p:nvPr/>
          </p:nvSpPr>
          <p:spPr>
            <a:xfrm>
              <a:off x="43064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1"/>
                  </a:moveTo>
                  <a:lnTo>
                    <a:pt x="1" y="9394"/>
                  </a:lnTo>
                  <a:lnTo>
                    <a:pt x="1412" y="939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103"/>
            <p:cNvSpPr/>
            <p:nvPr/>
          </p:nvSpPr>
          <p:spPr>
            <a:xfrm>
              <a:off x="4306475" y="4906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394"/>
                  </a:lnTo>
                  <a:lnTo>
                    <a:pt x="1412" y="939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103"/>
            <p:cNvSpPr/>
            <p:nvPr/>
          </p:nvSpPr>
          <p:spPr>
            <a:xfrm>
              <a:off x="3089725" y="4846100"/>
              <a:ext cx="1302600" cy="60575"/>
            </a:xfrm>
            <a:custGeom>
              <a:avLst/>
              <a:gdLst/>
              <a:ahLst/>
              <a:cxnLst/>
              <a:rect l="l" t="t" r="r" b="b"/>
              <a:pathLst>
                <a:path w="52104" h="2423" extrusionOk="0">
                  <a:moveTo>
                    <a:pt x="1" y="1"/>
                  </a:moveTo>
                  <a:lnTo>
                    <a:pt x="1" y="2423"/>
                  </a:lnTo>
                  <a:lnTo>
                    <a:pt x="5202" y="2423"/>
                  </a:lnTo>
                  <a:lnTo>
                    <a:pt x="5202" y="1"/>
                  </a:lnTo>
                  <a:close/>
                  <a:moveTo>
                    <a:pt x="6614" y="1"/>
                  </a:moveTo>
                  <a:lnTo>
                    <a:pt x="6614" y="2423"/>
                  </a:lnTo>
                  <a:lnTo>
                    <a:pt x="12447" y="2423"/>
                  </a:lnTo>
                  <a:lnTo>
                    <a:pt x="12447" y="1"/>
                  </a:lnTo>
                  <a:close/>
                  <a:moveTo>
                    <a:pt x="13858" y="1"/>
                  </a:moveTo>
                  <a:lnTo>
                    <a:pt x="13858" y="2423"/>
                  </a:lnTo>
                  <a:lnTo>
                    <a:pt x="15901" y="2423"/>
                  </a:lnTo>
                  <a:lnTo>
                    <a:pt x="15712" y="1"/>
                  </a:lnTo>
                  <a:close/>
                  <a:moveTo>
                    <a:pt x="25547" y="1"/>
                  </a:moveTo>
                  <a:lnTo>
                    <a:pt x="25399" y="2423"/>
                  </a:lnTo>
                  <a:lnTo>
                    <a:pt x="26937" y="2423"/>
                  </a:lnTo>
                  <a:lnTo>
                    <a:pt x="26937" y="1"/>
                  </a:lnTo>
                  <a:close/>
                  <a:moveTo>
                    <a:pt x="28348" y="1"/>
                  </a:moveTo>
                  <a:lnTo>
                    <a:pt x="28348" y="2423"/>
                  </a:lnTo>
                  <a:lnTo>
                    <a:pt x="34181" y="2423"/>
                  </a:lnTo>
                  <a:lnTo>
                    <a:pt x="34181" y="1"/>
                  </a:lnTo>
                  <a:close/>
                  <a:moveTo>
                    <a:pt x="35592" y="1"/>
                  </a:moveTo>
                  <a:lnTo>
                    <a:pt x="35592" y="2423"/>
                  </a:lnTo>
                  <a:lnTo>
                    <a:pt x="41426" y="2423"/>
                  </a:lnTo>
                  <a:lnTo>
                    <a:pt x="41426" y="1"/>
                  </a:lnTo>
                  <a:close/>
                  <a:moveTo>
                    <a:pt x="42837" y="1"/>
                  </a:moveTo>
                  <a:lnTo>
                    <a:pt x="42837" y="2423"/>
                  </a:lnTo>
                  <a:lnTo>
                    <a:pt x="48671" y="2423"/>
                  </a:lnTo>
                  <a:lnTo>
                    <a:pt x="48671" y="1"/>
                  </a:lnTo>
                  <a:close/>
                  <a:moveTo>
                    <a:pt x="50082" y="1"/>
                  </a:moveTo>
                  <a:lnTo>
                    <a:pt x="50082" y="2423"/>
                  </a:lnTo>
                  <a:lnTo>
                    <a:pt x="52104" y="2423"/>
                  </a:lnTo>
                  <a:lnTo>
                    <a:pt x="52104" y="1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103"/>
            <p:cNvSpPr/>
            <p:nvPr/>
          </p:nvSpPr>
          <p:spPr>
            <a:xfrm>
              <a:off x="3089725" y="4846100"/>
              <a:ext cx="130075" cy="60575"/>
            </a:xfrm>
            <a:custGeom>
              <a:avLst/>
              <a:gdLst/>
              <a:ahLst/>
              <a:cxnLst/>
              <a:rect l="l" t="t" r="r" b="b"/>
              <a:pathLst>
                <a:path w="5203" h="2423" fill="none" extrusionOk="0">
                  <a:moveTo>
                    <a:pt x="5202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5202" y="2423"/>
                  </a:lnTo>
                  <a:lnTo>
                    <a:pt x="5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103"/>
            <p:cNvSpPr/>
            <p:nvPr/>
          </p:nvSpPr>
          <p:spPr>
            <a:xfrm>
              <a:off x="3255050" y="4846100"/>
              <a:ext cx="145875" cy="60575"/>
            </a:xfrm>
            <a:custGeom>
              <a:avLst/>
              <a:gdLst/>
              <a:ahLst/>
              <a:cxnLst/>
              <a:rect l="l" t="t" r="r" b="b"/>
              <a:pathLst>
                <a:path w="5835" h="2423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5834" y="242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103"/>
            <p:cNvSpPr/>
            <p:nvPr/>
          </p:nvSpPr>
          <p:spPr>
            <a:xfrm>
              <a:off x="3436175" y="4846100"/>
              <a:ext cx="51100" cy="60575"/>
            </a:xfrm>
            <a:custGeom>
              <a:avLst/>
              <a:gdLst/>
              <a:ahLst/>
              <a:cxnLst/>
              <a:rect l="l" t="t" r="r" b="b"/>
              <a:pathLst>
                <a:path w="2044" h="2423" fill="none" extrusionOk="0">
                  <a:moveTo>
                    <a:pt x="1854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2043" y="2423"/>
                  </a:lnTo>
                  <a:lnTo>
                    <a:pt x="2043" y="2423"/>
                  </a:lnTo>
                  <a:lnTo>
                    <a:pt x="185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103"/>
            <p:cNvSpPr/>
            <p:nvPr/>
          </p:nvSpPr>
          <p:spPr>
            <a:xfrm>
              <a:off x="3724700" y="4846100"/>
              <a:ext cx="38450" cy="60575"/>
            </a:xfrm>
            <a:custGeom>
              <a:avLst/>
              <a:gdLst/>
              <a:ahLst/>
              <a:cxnLst/>
              <a:rect l="l" t="t" r="r" b="b"/>
              <a:pathLst>
                <a:path w="1538" h="2423" fill="none" extrusionOk="0">
                  <a:moveTo>
                    <a:pt x="1538" y="1"/>
                  </a:moveTo>
                  <a:lnTo>
                    <a:pt x="148" y="1"/>
                  </a:lnTo>
                  <a:lnTo>
                    <a:pt x="148" y="1"/>
                  </a:lnTo>
                  <a:lnTo>
                    <a:pt x="0" y="2423"/>
                  </a:lnTo>
                  <a:lnTo>
                    <a:pt x="1538" y="2423"/>
                  </a:lnTo>
                  <a:lnTo>
                    <a:pt x="153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103"/>
            <p:cNvSpPr/>
            <p:nvPr/>
          </p:nvSpPr>
          <p:spPr>
            <a:xfrm>
              <a:off x="3798400" y="4846100"/>
              <a:ext cx="145875" cy="60575"/>
            </a:xfrm>
            <a:custGeom>
              <a:avLst/>
              <a:gdLst/>
              <a:ahLst/>
              <a:cxnLst/>
              <a:rect l="l" t="t" r="r" b="b"/>
              <a:pathLst>
                <a:path w="5835" h="2423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5834" y="242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103"/>
            <p:cNvSpPr/>
            <p:nvPr/>
          </p:nvSpPr>
          <p:spPr>
            <a:xfrm>
              <a:off x="3979525" y="4846100"/>
              <a:ext cx="145875" cy="60575"/>
            </a:xfrm>
            <a:custGeom>
              <a:avLst/>
              <a:gdLst/>
              <a:ahLst/>
              <a:cxnLst/>
              <a:rect l="l" t="t" r="r" b="b"/>
              <a:pathLst>
                <a:path w="5835" h="2423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5834" y="242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103"/>
            <p:cNvSpPr/>
            <p:nvPr/>
          </p:nvSpPr>
          <p:spPr>
            <a:xfrm>
              <a:off x="4160650" y="4846100"/>
              <a:ext cx="145850" cy="60575"/>
            </a:xfrm>
            <a:custGeom>
              <a:avLst/>
              <a:gdLst/>
              <a:ahLst/>
              <a:cxnLst/>
              <a:rect l="l" t="t" r="r" b="b"/>
              <a:pathLst>
                <a:path w="5834" h="2423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5834" y="242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103"/>
            <p:cNvSpPr/>
            <p:nvPr/>
          </p:nvSpPr>
          <p:spPr>
            <a:xfrm>
              <a:off x="4341750" y="4846100"/>
              <a:ext cx="50575" cy="60575"/>
            </a:xfrm>
            <a:custGeom>
              <a:avLst/>
              <a:gdLst/>
              <a:ahLst/>
              <a:cxnLst/>
              <a:rect l="l" t="t" r="r" b="b"/>
              <a:pathLst>
                <a:path w="2023" h="2423" fill="none" extrusionOk="0">
                  <a:moveTo>
                    <a:pt x="2023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2023" y="2423"/>
                  </a:lnTo>
                  <a:lnTo>
                    <a:pt x="20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103"/>
            <p:cNvSpPr/>
            <p:nvPr/>
          </p:nvSpPr>
          <p:spPr>
            <a:xfrm>
              <a:off x="32197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1"/>
                  </a:moveTo>
                  <a:lnTo>
                    <a:pt x="0" y="2423"/>
                  </a:lnTo>
                  <a:lnTo>
                    <a:pt x="1412" y="242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103"/>
            <p:cNvSpPr/>
            <p:nvPr/>
          </p:nvSpPr>
          <p:spPr>
            <a:xfrm>
              <a:off x="32197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2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1412" y="242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103"/>
            <p:cNvSpPr/>
            <p:nvPr/>
          </p:nvSpPr>
          <p:spPr>
            <a:xfrm>
              <a:off x="3400900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1"/>
                  </a:move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103"/>
            <p:cNvSpPr/>
            <p:nvPr/>
          </p:nvSpPr>
          <p:spPr>
            <a:xfrm>
              <a:off x="3400900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103"/>
            <p:cNvSpPr/>
            <p:nvPr/>
          </p:nvSpPr>
          <p:spPr>
            <a:xfrm>
              <a:off x="376312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1" y="1"/>
                  </a:moveTo>
                  <a:lnTo>
                    <a:pt x="1" y="2423"/>
                  </a:lnTo>
                  <a:lnTo>
                    <a:pt x="1412" y="242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103"/>
            <p:cNvSpPr/>
            <p:nvPr/>
          </p:nvSpPr>
          <p:spPr>
            <a:xfrm>
              <a:off x="376312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1412" y="242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103"/>
            <p:cNvSpPr/>
            <p:nvPr/>
          </p:nvSpPr>
          <p:spPr>
            <a:xfrm>
              <a:off x="3944250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1"/>
                  </a:move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103"/>
            <p:cNvSpPr/>
            <p:nvPr/>
          </p:nvSpPr>
          <p:spPr>
            <a:xfrm>
              <a:off x="3944250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103"/>
            <p:cNvSpPr/>
            <p:nvPr/>
          </p:nvSpPr>
          <p:spPr>
            <a:xfrm>
              <a:off x="41253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1"/>
                  </a:move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103"/>
            <p:cNvSpPr/>
            <p:nvPr/>
          </p:nvSpPr>
          <p:spPr>
            <a:xfrm>
              <a:off x="41253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23"/>
                  </a:lnTo>
                  <a:lnTo>
                    <a:pt x="1411" y="242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103"/>
            <p:cNvSpPr/>
            <p:nvPr/>
          </p:nvSpPr>
          <p:spPr>
            <a:xfrm>
              <a:off x="43064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1" y="1"/>
                  </a:moveTo>
                  <a:lnTo>
                    <a:pt x="1" y="2423"/>
                  </a:lnTo>
                  <a:lnTo>
                    <a:pt x="1412" y="242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103"/>
            <p:cNvSpPr/>
            <p:nvPr/>
          </p:nvSpPr>
          <p:spPr>
            <a:xfrm>
              <a:off x="4306475" y="4846100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423"/>
                  </a:lnTo>
                  <a:lnTo>
                    <a:pt x="1412" y="242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103"/>
            <p:cNvSpPr/>
            <p:nvPr/>
          </p:nvSpPr>
          <p:spPr>
            <a:xfrm>
              <a:off x="3292950" y="455020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extrusionOk="0">
                  <a:moveTo>
                    <a:pt x="1" y="1"/>
                  </a:moveTo>
                  <a:lnTo>
                    <a:pt x="1" y="11816"/>
                  </a:lnTo>
                  <a:lnTo>
                    <a:pt x="52083" y="11816"/>
                  </a:lnTo>
                  <a:lnTo>
                    <a:pt x="520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103"/>
            <p:cNvSpPr/>
            <p:nvPr/>
          </p:nvSpPr>
          <p:spPr>
            <a:xfrm>
              <a:off x="3292950" y="455020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fill="none" extrusionOk="0">
                  <a:moveTo>
                    <a:pt x="1" y="1"/>
                  </a:moveTo>
                  <a:lnTo>
                    <a:pt x="52083" y="1"/>
                  </a:lnTo>
                  <a:lnTo>
                    <a:pt x="52083" y="11816"/>
                  </a:lnTo>
                  <a:lnTo>
                    <a:pt x="1" y="1181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103"/>
            <p:cNvSpPr/>
            <p:nvPr/>
          </p:nvSpPr>
          <p:spPr>
            <a:xfrm>
              <a:off x="342247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1"/>
                  </a:move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103"/>
            <p:cNvSpPr/>
            <p:nvPr/>
          </p:nvSpPr>
          <p:spPr>
            <a:xfrm>
              <a:off x="342247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103"/>
            <p:cNvSpPr/>
            <p:nvPr/>
          </p:nvSpPr>
          <p:spPr>
            <a:xfrm>
              <a:off x="378472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1"/>
                  </a:move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103"/>
            <p:cNvSpPr/>
            <p:nvPr/>
          </p:nvSpPr>
          <p:spPr>
            <a:xfrm>
              <a:off x="378472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103"/>
            <p:cNvSpPr/>
            <p:nvPr/>
          </p:nvSpPr>
          <p:spPr>
            <a:xfrm>
              <a:off x="396582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1"/>
                  </a:move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103"/>
            <p:cNvSpPr/>
            <p:nvPr/>
          </p:nvSpPr>
          <p:spPr>
            <a:xfrm>
              <a:off x="396582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103"/>
            <p:cNvSpPr/>
            <p:nvPr/>
          </p:nvSpPr>
          <p:spPr>
            <a:xfrm>
              <a:off x="4146950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1"/>
                  </a:move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103"/>
            <p:cNvSpPr/>
            <p:nvPr/>
          </p:nvSpPr>
          <p:spPr>
            <a:xfrm>
              <a:off x="4146950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373"/>
                  </a:lnTo>
                  <a:lnTo>
                    <a:pt x="1412" y="937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103"/>
            <p:cNvSpPr/>
            <p:nvPr/>
          </p:nvSpPr>
          <p:spPr>
            <a:xfrm>
              <a:off x="432807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1"/>
                  </a:move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103"/>
            <p:cNvSpPr/>
            <p:nvPr/>
          </p:nvSpPr>
          <p:spPr>
            <a:xfrm>
              <a:off x="4328075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103"/>
            <p:cNvSpPr/>
            <p:nvPr/>
          </p:nvSpPr>
          <p:spPr>
            <a:xfrm>
              <a:off x="4509200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1"/>
                  </a:move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103"/>
            <p:cNvSpPr/>
            <p:nvPr/>
          </p:nvSpPr>
          <p:spPr>
            <a:xfrm>
              <a:off x="4509200" y="4611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373"/>
                  </a:lnTo>
                  <a:lnTo>
                    <a:pt x="1411" y="937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103"/>
            <p:cNvSpPr/>
            <p:nvPr/>
          </p:nvSpPr>
          <p:spPr>
            <a:xfrm>
              <a:off x="3292950" y="4550200"/>
              <a:ext cx="1302075" cy="61100"/>
            </a:xfrm>
            <a:custGeom>
              <a:avLst/>
              <a:gdLst/>
              <a:ahLst/>
              <a:cxnLst/>
              <a:rect l="l" t="t" r="r" b="b"/>
              <a:pathLst>
                <a:path w="52083" h="2444" extrusionOk="0">
                  <a:moveTo>
                    <a:pt x="1" y="1"/>
                  </a:moveTo>
                  <a:lnTo>
                    <a:pt x="1" y="2444"/>
                  </a:lnTo>
                  <a:lnTo>
                    <a:pt x="5182" y="2444"/>
                  </a:lnTo>
                  <a:lnTo>
                    <a:pt x="5182" y="1"/>
                  </a:lnTo>
                  <a:close/>
                  <a:moveTo>
                    <a:pt x="6593" y="1"/>
                  </a:moveTo>
                  <a:lnTo>
                    <a:pt x="6593" y="2444"/>
                  </a:lnTo>
                  <a:lnTo>
                    <a:pt x="6845" y="2444"/>
                  </a:lnTo>
                  <a:lnTo>
                    <a:pt x="6656" y="1"/>
                  </a:lnTo>
                  <a:close/>
                  <a:moveTo>
                    <a:pt x="18176" y="1"/>
                  </a:moveTo>
                  <a:lnTo>
                    <a:pt x="18028" y="2444"/>
                  </a:lnTo>
                  <a:lnTo>
                    <a:pt x="19671" y="2444"/>
                  </a:lnTo>
                  <a:lnTo>
                    <a:pt x="19671" y="1"/>
                  </a:lnTo>
                  <a:close/>
                  <a:moveTo>
                    <a:pt x="21082" y="1"/>
                  </a:moveTo>
                  <a:lnTo>
                    <a:pt x="21082" y="2444"/>
                  </a:lnTo>
                  <a:lnTo>
                    <a:pt x="26916" y="2444"/>
                  </a:lnTo>
                  <a:lnTo>
                    <a:pt x="26916" y="1"/>
                  </a:lnTo>
                  <a:close/>
                  <a:moveTo>
                    <a:pt x="28327" y="1"/>
                  </a:moveTo>
                  <a:lnTo>
                    <a:pt x="28327" y="2444"/>
                  </a:lnTo>
                  <a:lnTo>
                    <a:pt x="34161" y="2444"/>
                  </a:lnTo>
                  <a:lnTo>
                    <a:pt x="34161" y="1"/>
                  </a:lnTo>
                  <a:close/>
                  <a:moveTo>
                    <a:pt x="35572" y="1"/>
                  </a:moveTo>
                  <a:lnTo>
                    <a:pt x="35572" y="2444"/>
                  </a:lnTo>
                  <a:lnTo>
                    <a:pt x="41405" y="2444"/>
                  </a:lnTo>
                  <a:lnTo>
                    <a:pt x="41405" y="1"/>
                  </a:lnTo>
                  <a:close/>
                  <a:moveTo>
                    <a:pt x="42816" y="1"/>
                  </a:moveTo>
                  <a:lnTo>
                    <a:pt x="42816" y="2444"/>
                  </a:lnTo>
                  <a:lnTo>
                    <a:pt x="48650" y="2444"/>
                  </a:lnTo>
                  <a:lnTo>
                    <a:pt x="48650" y="1"/>
                  </a:lnTo>
                  <a:close/>
                  <a:moveTo>
                    <a:pt x="50061" y="1"/>
                  </a:moveTo>
                  <a:lnTo>
                    <a:pt x="50061" y="2444"/>
                  </a:lnTo>
                  <a:lnTo>
                    <a:pt x="52083" y="2444"/>
                  </a:lnTo>
                  <a:lnTo>
                    <a:pt x="52083" y="1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103"/>
            <p:cNvSpPr/>
            <p:nvPr/>
          </p:nvSpPr>
          <p:spPr>
            <a:xfrm>
              <a:off x="3292950" y="4550200"/>
              <a:ext cx="129550" cy="61100"/>
            </a:xfrm>
            <a:custGeom>
              <a:avLst/>
              <a:gdLst/>
              <a:ahLst/>
              <a:cxnLst/>
              <a:rect l="l" t="t" r="r" b="b"/>
              <a:pathLst>
                <a:path w="5182" h="2444" fill="none" extrusionOk="0">
                  <a:moveTo>
                    <a:pt x="5182" y="1"/>
                  </a:moveTo>
                  <a:lnTo>
                    <a:pt x="1" y="1"/>
                  </a:lnTo>
                  <a:lnTo>
                    <a:pt x="1" y="2444"/>
                  </a:lnTo>
                  <a:lnTo>
                    <a:pt x="5182" y="2444"/>
                  </a:lnTo>
                  <a:lnTo>
                    <a:pt x="51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103"/>
            <p:cNvSpPr/>
            <p:nvPr/>
          </p:nvSpPr>
          <p:spPr>
            <a:xfrm>
              <a:off x="3457750" y="4550200"/>
              <a:ext cx="6350" cy="61100"/>
            </a:xfrm>
            <a:custGeom>
              <a:avLst/>
              <a:gdLst/>
              <a:ahLst/>
              <a:cxnLst/>
              <a:rect l="l" t="t" r="r" b="b"/>
              <a:pathLst>
                <a:path w="254" h="2444" fill="none" extrusionOk="0">
                  <a:moveTo>
                    <a:pt x="64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2444"/>
                  </a:lnTo>
                  <a:lnTo>
                    <a:pt x="253" y="2444"/>
                  </a:lnTo>
                  <a:lnTo>
                    <a:pt x="253" y="2444"/>
                  </a:lnTo>
                  <a:lnTo>
                    <a:pt x="6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103"/>
            <p:cNvSpPr/>
            <p:nvPr/>
          </p:nvSpPr>
          <p:spPr>
            <a:xfrm>
              <a:off x="3743650" y="4550200"/>
              <a:ext cx="41100" cy="61100"/>
            </a:xfrm>
            <a:custGeom>
              <a:avLst/>
              <a:gdLst/>
              <a:ahLst/>
              <a:cxnLst/>
              <a:rect l="l" t="t" r="r" b="b"/>
              <a:pathLst>
                <a:path w="1644" h="2444" fill="none" extrusionOk="0">
                  <a:moveTo>
                    <a:pt x="1643" y="1"/>
                  </a:moveTo>
                  <a:lnTo>
                    <a:pt x="148" y="1"/>
                  </a:lnTo>
                  <a:lnTo>
                    <a:pt x="148" y="1"/>
                  </a:lnTo>
                  <a:lnTo>
                    <a:pt x="0" y="2444"/>
                  </a:lnTo>
                  <a:lnTo>
                    <a:pt x="1643" y="2444"/>
                  </a:lnTo>
                  <a:lnTo>
                    <a:pt x="164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103"/>
            <p:cNvSpPr/>
            <p:nvPr/>
          </p:nvSpPr>
          <p:spPr>
            <a:xfrm>
              <a:off x="3820000" y="4550200"/>
              <a:ext cx="145850" cy="61100"/>
            </a:xfrm>
            <a:custGeom>
              <a:avLst/>
              <a:gdLst/>
              <a:ahLst/>
              <a:cxnLst/>
              <a:rect l="l" t="t" r="r" b="b"/>
              <a:pathLst>
                <a:path w="5834" h="2444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5834" y="2444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103"/>
            <p:cNvSpPr/>
            <p:nvPr/>
          </p:nvSpPr>
          <p:spPr>
            <a:xfrm>
              <a:off x="4001100" y="4550200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2444"/>
                  </a:lnTo>
                  <a:lnTo>
                    <a:pt x="5835" y="2444"/>
                  </a:lnTo>
                  <a:lnTo>
                    <a:pt x="583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103"/>
            <p:cNvSpPr/>
            <p:nvPr/>
          </p:nvSpPr>
          <p:spPr>
            <a:xfrm>
              <a:off x="4182225" y="4550200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444"/>
                  </a:lnTo>
                  <a:lnTo>
                    <a:pt x="5834" y="2444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103"/>
            <p:cNvSpPr/>
            <p:nvPr/>
          </p:nvSpPr>
          <p:spPr>
            <a:xfrm>
              <a:off x="4363350" y="4550200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5834" y="2444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103"/>
            <p:cNvSpPr/>
            <p:nvPr/>
          </p:nvSpPr>
          <p:spPr>
            <a:xfrm>
              <a:off x="4544475" y="4550200"/>
              <a:ext cx="50550" cy="61100"/>
            </a:xfrm>
            <a:custGeom>
              <a:avLst/>
              <a:gdLst/>
              <a:ahLst/>
              <a:cxnLst/>
              <a:rect l="l" t="t" r="r" b="b"/>
              <a:pathLst>
                <a:path w="2022" h="2444" fill="none" extrusionOk="0">
                  <a:moveTo>
                    <a:pt x="2022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2022" y="2444"/>
                  </a:lnTo>
                  <a:lnTo>
                    <a:pt x="20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103"/>
            <p:cNvSpPr/>
            <p:nvPr/>
          </p:nvSpPr>
          <p:spPr>
            <a:xfrm>
              <a:off x="342247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1"/>
                  </a:move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103"/>
            <p:cNvSpPr/>
            <p:nvPr/>
          </p:nvSpPr>
          <p:spPr>
            <a:xfrm>
              <a:off x="342247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103"/>
            <p:cNvSpPr/>
            <p:nvPr/>
          </p:nvSpPr>
          <p:spPr>
            <a:xfrm>
              <a:off x="378472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1"/>
                  </a:move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103"/>
            <p:cNvSpPr/>
            <p:nvPr/>
          </p:nvSpPr>
          <p:spPr>
            <a:xfrm>
              <a:off x="378472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103"/>
            <p:cNvSpPr/>
            <p:nvPr/>
          </p:nvSpPr>
          <p:spPr>
            <a:xfrm>
              <a:off x="396582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1"/>
                  </a:move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103"/>
            <p:cNvSpPr/>
            <p:nvPr/>
          </p:nvSpPr>
          <p:spPr>
            <a:xfrm>
              <a:off x="396582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103"/>
            <p:cNvSpPr/>
            <p:nvPr/>
          </p:nvSpPr>
          <p:spPr>
            <a:xfrm>
              <a:off x="4146950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1"/>
                  </a:move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103"/>
            <p:cNvSpPr/>
            <p:nvPr/>
          </p:nvSpPr>
          <p:spPr>
            <a:xfrm>
              <a:off x="4146950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444"/>
                  </a:lnTo>
                  <a:lnTo>
                    <a:pt x="1412" y="244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103"/>
            <p:cNvSpPr/>
            <p:nvPr/>
          </p:nvSpPr>
          <p:spPr>
            <a:xfrm>
              <a:off x="432807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1"/>
                  </a:move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103"/>
            <p:cNvSpPr/>
            <p:nvPr/>
          </p:nvSpPr>
          <p:spPr>
            <a:xfrm>
              <a:off x="4328075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103"/>
            <p:cNvSpPr/>
            <p:nvPr/>
          </p:nvSpPr>
          <p:spPr>
            <a:xfrm>
              <a:off x="4509200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1"/>
                  </a:move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103"/>
            <p:cNvSpPr/>
            <p:nvPr/>
          </p:nvSpPr>
          <p:spPr>
            <a:xfrm>
              <a:off x="4509200" y="4550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44"/>
                  </a:lnTo>
                  <a:lnTo>
                    <a:pt x="1411" y="244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103"/>
            <p:cNvSpPr/>
            <p:nvPr/>
          </p:nvSpPr>
          <p:spPr>
            <a:xfrm>
              <a:off x="3111850" y="4254850"/>
              <a:ext cx="1302600" cy="295375"/>
            </a:xfrm>
            <a:custGeom>
              <a:avLst/>
              <a:gdLst/>
              <a:ahLst/>
              <a:cxnLst/>
              <a:rect l="l" t="t" r="r" b="b"/>
              <a:pathLst>
                <a:path w="52104" h="11815" extrusionOk="0">
                  <a:moveTo>
                    <a:pt x="0" y="0"/>
                  </a:moveTo>
                  <a:lnTo>
                    <a:pt x="0" y="11815"/>
                  </a:lnTo>
                  <a:lnTo>
                    <a:pt x="52103" y="11815"/>
                  </a:lnTo>
                  <a:lnTo>
                    <a:pt x="521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103"/>
            <p:cNvSpPr/>
            <p:nvPr/>
          </p:nvSpPr>
          <p:spPr>
            <a:xfrm>
              <a:off x="3111850" y="4254850"/>
              <a:ext cx="1302600" cy="295375"/>
            </a:xfrm>
            <a:custGeom>
              <a:avLst/>
              <a:gdLst/>
              <a:ahLst/>
              <a:cxnLst/>
              <a:rect l="l" t="t" r="r" b="b"/>
              <a:pathLst>
                <a:path w="52104" h="11815" fill="none" extrusionOk="0">
                  <a:moveTo>
                    <a:pt x="0" y="0"/>
                  </a:moveTo>
                  <a:lnTo>
                    <a:pt x="52103" y="0"/>
                  </a:lnTo>
                  <a:lnTo>
                    <a:pt x="52103" y="11815"/>
                  </a:lnTo>
                  <a:lnTo>
                    <a:pt x="0" y="118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103"/>
            <p:cNvSpPr/>
            <p:nvPr/>
          </p:nvSpPr>
          <p:spPr>
            <a:xfrm>
              <a:off x="3241350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1" y="0"/>
                  </a:move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103"/>
            <p:cNvSpPr/>
            <p:nvPr/>
          </p:nvSpPr>
          <p:spPr>
            <a:xfrm>
              <a:off x="3241350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103"/>
            <p:cNvSpPr/>
            <p:nvPr/>
          </p:nvSpPr>
          <p:spPr>
            <a:xfrm>
              <a:off x="3422475" y="4550200"/>
              <a:ext cx="35300" cy="25"/>
            </a:xfrm>
            <a:custGeom>
              <a:avLst/>
              <a:gdLst/>
              <a:ahLst/>
              <a:cxnLst/>
              <a:rect l="l" t="t" r="r" b="b"/>
              <a:pathLst>
                <a:path w="1412" h="1" extrusionOk="0">
                  <a:moveTo>
                    <a:pt x="1412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412" y="1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8E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103"/>
            <p:cNvSpPr/>
            <p:nvPr/>
          </p:nvSpPr>
          <p:spPr>
            <a:xfrm>
              <a:off x="3422475" y="4550200"/>
              <a:ext cx="35300" cy="25"/>
            </a:xfrm>
            <a:custGeom>
              <a:avLst/>
              <a:gdLst/>
              <a:ahLst/>
              <a:cxnLst/>
              <a:rect l="l" t="t" r="r" b="b"/>
              <a:pathLst>
                <a:path w="1412" h="1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412" y="1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103"/>
            <p:cNvSpPr/>
            <p:nvPr/>
          </p:nvSpPr>
          <p:spPr>
            <a:xfrm>
              <a:off x="342247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1" y="0"/>
                  </a:moveTo>
                  <a:lnTo>
                    <a:pt x="1" y="8909"/>
                  </a:lnTo>
                  <a:lnTo>
                    <a:pt x="1412" y="8909"/>
                  </a:lnTo>
                  <a:lnTo>
                    <a:pt x="1412" y="8024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103"/>
            <p:cNvSpPr/>
            <p:nvPr/>
          </p:nvSpPr>
          <p:spPr>
            <a:xfrm>
              <a:off x="342247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822" y="0"/>
                  </a:moveTo>
                  <a:lnTo>
                    <a:pt x="1" y="0"/>
                  </a:lnTo>
                  <a:lnTo>
                    <a:pt x="1" y="8909"/>
                  </a:lnTo>
                  <a:lnTo>
                    <a:pt x="1412" y="8909"/>
                  </a:lnTo>
                  <a:lnTo>
                    <a:pt x="1412" y="8024"/>
                  </a:lnTo>
                  <a:lnTo>
                    <a:pt x="1412" y="8024"/>
                  </a:lnTo>
                  <a:lnTo>
                    <a:pt x="8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103"/>
            <p:cNvSpPr/>
            <p:nvPr/>
          </p:nvSpPr>
          <p:spPr>
            <a:xfrm>
              <a:off x="378472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0" y="0"/>
                  </a:moveTo>
                  <a:lnTo>
                    <a:pt x="0" y="8909"/>
                  </a:lnTo>
                  <a:lnTo>
                    <a:pt x="1411" y="8909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103"/>
            <p:cNvSpPr/>
            <p:nvPr/>
          </p:nvSpPr>
          <p:spPr>
            <a:xfrm>
              <a:off x="378472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8909"/>
                  </a:lnTo>
                  <a:lnTo>
                    <a:pt x="1411" y="8909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103"/>
            <p:cNvSpPr/>
            <p:nvPr/>
          </p:nvSpPr>
          <p:spPr>
            <a:xfrm>
              <a:off x="3965825" y="4550200"/>
              <a:ext cx="35300" cy="25"/>
            </a:xfrm>
            <a:custGeom>
              <a:avLst/>
              <a:gdLst/>
              <a:ahLst/>
              <a:cxnLst/>
              <a:rect l="l" t="t" r="r" b="b"/>
              <a:pathLst>
                <a:path w="1412" h="1" extrusionOk="0">
                  <a:moveTo>
                    <a:pt x="1412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412" y="1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8E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103"/>
            <p:cNvSpPr/>
            <p:nvPr/>
          </p:nvSpPr>
          <p:spPr>
            <a:xfrm>
              <a:off x="3965825" y="4550200"/>
              <a:ext cx="35300" cy="25"/>
            </a:xfrm>
            <a:custGeom>
              <a:avLst/>
              <a:gdLst/>
              <a:ahLst/>
              <a:cxnLst/>
              <a:rect l="l" t="t" r="r" b="b"/>
              <a:pathLst>
                <a:path w="1412" h="1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412" y="1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103"/>
            <p:cNvSpPr/>
            <p:nvPr/>
          </p:nvSpPr>
          <p:spPr>
            <a:xfrm>
              <a:off x="396582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1" y="0"/>
                  </a:move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103"/>
            <p:cNvSpPr/>
            <p:nvPr/>
          </p:nvSpPr>
          <p:spPr>
            <a:xfrm>
              <a:off x="396582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103"/>
            <p:cNvSpPr/>
            <p:nvPr/>
          </p:nvSpPr>
          <p:spPr>
            <a:xfrm>
              <a:off x="4146950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1" y="0"/>
                  </a:move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103"/>
            <p:cNvSpPr/>
            <p:nvPr/>
          </p:nvSpPr>
          <p:spPr>
            <a:xfrm>
              <a:off x="4146950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8909"/>
                  </a:lnTo>
                  <a:lnTo>
                    <a:pt x="1412" y="8909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103"/>
            <p:cNvSpPr/>
            <p:nvPr/>
          </p:nvSpPr>
          <p:spPr>
            <a:xfrm>
              <a:off x="432807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extrusionOk="0">
                  <a:moveTo>
                    <a:pt x="0" y="0"/>
                  </a:moveTo>
                  <a:lnTo>
                    <a:pt x="0" y="8909"/>
                  </a:lnTo>
                  <a:lnTo>
                    <a:pt x="1411" y="8909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103"/>
            <p:cNvSpPr/>
            <p:nvPr/>
          </p:nvSpPr>
          <p:spPr>
            <a:xfrm>
              <a:off x="4328075" y="4327500"/>
              <a:ext cx="35300" cy="222725"/>
            </a:xfrm>
            <a:custGeom>
              <a:avLst/>
              <a:gdLst/>
              <a:ahLst/>
              <a:cxnLst/>
              <a:rect l="l" t="t" r="r" b="b"/>
              <a:pathLst>
                <a:path w="1412" h="8909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8909"/>
                  </a:lnTo>
                  <a:lnTo>
                    <a:pt x="1411" y="8909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103"/>
            <p:cNvSpPr/>
            <p:nvPr/>
          </p:nvSpPr>
          <p:spPr>
            <a:xfrm>
              <a:off x="3137125" y="4254850"/>
              <a:ext cx="828725" cy="72675"/>
            </a:xfrm>
            <a:custGeom>
              <a:avLst/>
              <a:gdLst/>
              <a:ahLst/>
              <a:cxnLst/>
              <a:rect l="l" t="t" r="r" b="b"/>
              <a:pathLst>
                <a:path w="33149" h="2907" extrusionOk="0">
                  <a:moveTo>
                    <a:pt x="863" y="0"/>
                  </a:moveTo>
                  <a:lnTo>
                    <a:pt x="442" y="1453"/>
                  </a:lnTo>
                  <a:lnTo>
                    <a:pt x="0" y="2906"/>
                  </a:lnTo>
                  <a:lnTo>
                    <a:pt x="4170" y="2906"/>
                  </a:lnTo>
                  <a:lnTo>
                    <a:pt x="4170" y="0"/>
                  </a:lnTo>
                  <a:close/>
                  <a:moveTo>
                    <a:pt x="5581" y="0"/>
                  </a:moveTo>
                  <a:lnTo>
                    <a:pt x="5581" y="2906"/>
                  </a:lnTo>
                  <a:lnTo>
                    <a:pt x="11415" y="2906"/>
                  </a:lnTo>
                  <a:lnTo>
                    <a:pt x="11415" y="0"/>
                  </a:lnTo>
                  <a:close/>
                  <a:moveTo>
                    <a:pt x="25041" y="0"/>
                  </a:moveTo>
                  <a:lnTo>
                    <a:pt x="24893" y="2906"/>
                  </a:lnTo>
                  <a:lnTo>
                    <a:pt x="25904" y="2906"/>
                  </a:lnTo>
                  <a:lnTo>
                    <a:pt x="25904" y="0"/>
                  </a:lnTo>
                  <a:close/>
                  <a:moveTo>
                    <a:pt x="27315" y="0"/>
                  </a:moveTo>
                  <a:lnTo>
                    <a:pt x="27315" y="2906"/>
                  </a:lnTo>
                  <a:lnTo>
                    <a:pt x="33149" y="2906"/>
                  </a:lnTo>
                  <a:lnTo>
                    <a:pt x="33149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103"/>
            <p:cNvSpPr/>
            <p:nvPr/>
          </p:nvSpPr>
          <p:spPr>
            <a:xfrm>
              <a:off x="3759450" y="4254850"/>
              <a:ext cx="25300" cy="72675"/>
            </a:xfrm>
            <a:custGeom>
              <a:avLst/>
              <a:gdLst/>
              <a:ahLst/>
              <a:cxnLst/>
              <a:rect l="l" t="t" r="r" b="b"/>
              <a:pathLst>
                <a:path w="1012" h="2907" fill="none" extrusionOk="0">
                  <a:moveTo>
                    <a:pt x="1011" y="0"/>
                  </a:moveTo>
                  <a:lnTo>
                    <a:pt x="148" y="0"/>
                  </a:lnTo>
                  <a:lnTo>
                    <a:pt x="148" y="0"/>
                  </a:lnTo>
                  <a:lnTo>
                    <a:pt x="0" y="2906"/>
                  </a:lnTo>
                  <a:lnTo>
                    <a:pt x="1011" y="2906"/>
                  </a:lnTo>
                  <a:lnTo>
                    <a:pt x="10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103"/>
            <p:cNvSpPr/>
            <p:nvPr/>
          </p:nvSpPr>
          <p:spPr>
            <a:xfrm>
              <a:off x="3820000" y="4254850"/>
              <a:ext cx="145850" cy="72675"/>
            </a:xfrm>
            <a:custGeom>
              <a:avLst/>
              <a:gdLst/>
              <a:ahLst/>
              <a:cxnLst/>
              <a:rect l="l" t="t" r="r" b="b"/>
              <a:pathLst>
                <a:path w="5834" h="2907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906"/>
                  </a:lnTo>
                  <a:lnTo>
                    <a:pt x="5834" y="2906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103"/>
            <p:cNvSpPr/>
            <p:nvPr/>
          </p:nvSpPr>
          <p:spPr>
            <a:xfrm>
              <a:off x="3137125" y="4254850"/>
              <a:ext cx="104250" cy="72675"/>
            </a:xfrm>
            <a:custGeom>
              <a:avLst/>
              <a:gdLst/>
              <a:ahLst/>
              <a:cxnLst/>
              <a:rect l="l" t="t" r="r" b="b"/>
              <a:pathLst>
                <a:path w="4170" h="2907" fill="none" extrusionOk="0">
                  <a:moveTo>
                    <a:pt x="4170" y="0"/>
                  </a:moveTo>
                  <a:lnTo>
                    <a:pt x="863" y="0"/>
                  </a:lnTo>
                  <a:lnTo>
                    <a:pt x="863" y="0"/>
                  </a:lnTo>
                  <a:lnTo>
                    <a:pt x="442" y="1453"/>
                  </a:lnTo>
                  <a:lnTo>
                    <a:pt x="0" y="2906"/>
                  </a:lnTo>
                  <a:lnTo>
                    <a:pt x="4170" y="2906"/>
                  </a:lnTo>
                  <a:lnTo>
                    <a:pt x="417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103"/>
            <p:cNvSpPr/>
            <p:nvPr/>
          </p:nvSpPr>
          <p:spPr>
            <a:xfrm>
              <a:off x="3276625" y="4254850"/>
              <a:ext cx="161150" cy="72675"/>
            </a:xfrm>
            <a:custGeom>
              <a:avLst/>
              <a:gdLst/>
              <a:ahLst/>
              <a:cxnLst/>
              <a:rect l="l" t="t" r="r" b="b"/>
              <a:pathLst>
                <a:path w="6446" h="2907" fill="none" extrusionOk="0">
                  <a:moveTo>
                    <a:pt x="654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5835" y="2906"/>
                  </a:lnTo>
                  <a:lnTo>
                    <a:pt x="5835" y="0"/>
                  </a:lnTo>
                  <a:lnTo>
                    <a:pt x="6445" y="0"/>
                  </a:lnTo>
                  <a:lnTo>
                    <a:pt x="6445" y="0"/>
                  </a:lnTo>
                  <a:lnTo>
                    <a:pt x="654" y="0"/>
                  </a:lnTo>
                  <a:lnTo>
                    <a:pt x="6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103"/>
            <p:cNvSpPr/>
            <p:nvPr/>
          </p:nvSpPr>
          <p:spPr>
            <a:xfrm>
              <a:off x="3241350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extrusionOk="0">
                  <a:moveTo>
                    <a:pt x="1" y="0"/>
                  </a:move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103"/>
            <p:cNvSpPr/>
            <p:nvPr/>
          </p:nvSpPr>
          <p:spPr>
            <a:xfrm>
              <a:off x="3241350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103"/>
            <p:cNvSpPr/>
            <p:nvPr/>
          </p:nvSpPr>
          <p:spPr>
            <a:xfrm>
              <a:off x="3422475" y="4254850"/>
              <a:ext cx="20550" cy="72675"/>
            </a:xfrm>
            <a:custGeom>
              <a:avLst/>
              <a:gdLst/>
              <a:ahLst/>
              <a:cxnLst/>
              <a:rect l="l" t="t" r="r" b="b"/>
              <a:pathLst>
                <a:path w="822" h="2907" extrusionOk="0">
                  <a:moveTo>
                    <a:pt x="1" y="0"/>
                  </a:moveTo>
                  <a:lnTo>
                    <a:pt x="1" y="2906"/>
                  </a:lnTo>
                  <a:lnTo>
                    <a:pt x="822" y="2906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103"/>
            <p:cNvSpPr/>
            <p:nvPr/>
          </p:nvSpPr>
          <p:spPr>
            <a:xfrm>
              <a:off x="3422475" y="4254850"/>
              <a:ext cx="20550" cy="72675"/>
            </a:xfrm>
            <a:custGeom>
              <a:avLst/>
              <a:gdLst/>
              <a:ahLst/>
              <a:cxnLst/>
              <a:rect l="l" t="t" r="r" b="b"/>
              <a:pathLst>
                <a:path w="822" h="2907" fill="none" extrusionOk="0">
                  <a:moveTo>
                    <a:pt x="611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822" y="2906"/>
                  </a:lnTo>
                  <a:lnTo>
                    <a:pt x="822" y="2906"/>
                  </a:lnTo>
                  <a:lnTo>
                    <a:pt x="6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103"/>
            <p:cNvSpPr/>
            <p:nvPr/>
          </p:nvSpPr>
          <p:spPr>
            <a:xfrm>
              <a:off x="378472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extrusionOk="0">
                  <a:moveTo>
                    <a:pt x="0" y="0"/>
                  </a:moveTo>
                  <a:lnTo>
                    <a:pt x="0" y="2906"/>
                  </a:lnTo>
                  <a:lnTo>
                    <a:pt x="1411" y="290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103"/>
            <p:cNvSpPr/>
            <p:nvPr/>
          </p:nvSpPr>
          <p:spPr>
            <a:xfrm>
              <a:off x="378472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906"/>
                  </a:lnTo>
                  <a:lnTo>
                    <a:pt x="1411" y="2906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103"/>
            <p:cNvSpPr/>
            <p:nvPr/>
          </p:nvSpPr>
          <p:spPr>
            <a:xfrm>
              <a:off x="4001100" y="4254850"/>
              <a:ext cx="413350" cy="72675"/>
            </a:xfrm>
            <a:custGeom>
              <a:avLst/>
              <a:gdLst/>
              <a:ahLst/>
              <a:cxnLst/>
              <a:rect l="l" t="t" r="r" b="b"/>
              <a:pathLst>
                <a:path w="16534" h="2907" extrusionOk="0">
                  <a:moveTo>
                    <a:pt x="1" y="0"/>
                  </a:moveTo>
                  <a:lnTo>
                    <a:pt x="1" y="2906"/>
                  </a:lnTo>
                  <a:lnTo>
                    <a:pt x="5835" y="2906"/>
                  </a:lnTo>
                  <a:lnTo>
                    <a:pt x="5835" y="0"/>
                  </a:lnTo>
                  <a:close/>
                  <a:moveTo>
                    <a:pt x="7246" y="0"/>
                  </a:moveTo>
                  <a:lnTo>
                    <a:pt x="7246" y="2906"/>
                  </a:lnTo>
                  <a:lnTo>
                    <a:pt x="13079" y="2906"/>
                  </a:lnTo>
                  <a:lnTo>
                    <a:pt x="13079" y="0"/>
                  </a:lnTo>
                  <a:close/>
                  <a:moveTo>
                    <a:pt x="14490" y="0"/>
                  </a:moveTo>
                  <a:lnTo>
                    <a:pt x="14490" y="2906"/>
                  </a:lnTo>
                  <a:lnTo>
                    <a:pt x="16533" y="2906"/>
                  </a:lnTo>
                  <a:lnTo>
                    <a:pt x="16533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103"/>
            <p:cNvSpPr/>
            <p:nvPr/>
          </p:nvSpPr>
          <p:spPr>
            <a:xfrm>
              <a:off x="3983725" y="4254850"/>
              <a:ext cx="163250" cy="72675"/>
            </a:xfrm>
            <a:custGeom>
              <a:avLst/>
              <a:gdLst/>
              <a:ahLst/>
              <a:cxnLst/>
              <a:rect l="l" t="t" r="r" b="b"/>
              <a:pathLst>
                <a:path w="6530" h="2907" fill="none" extrusionOk="0">
                  <a:moveTo>
                    <a:pt x="6530" y="0"/>
                  </a:moveTo>
                  <a:lnTo>
                    <a:pt x="1" y="0"/>
                  </a:lnTo>
                  <a:lnTo>
                    <a:pt x="696" y="0"/>
                  </a:lnTo>
                  <a:lnTo>
                    <a:pt x="696" y="2906"/>
                  </a:lnTo>
                  <a:lnTo>
                    <a:pt x="6530" y="2906"/>
                  </a:lnTo>
                  <a:lnTo>
                    <a:pt x="65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103"/>
            <p:cNvSpPr/>
            <p:nvPr/>
          </p:nvSpPr>
          <p:spPr>
            <a:xfrm>
              <a:off x="4182225" y="4254850"/>
              <a:ext cx="145875" cy="72675"/>
            </a:xfrm>
            <a:custGeom>
              <a:avLst/>
              <a:gdLst/>
              <a:ahLst/>
              <a:cxnLst/>
              <a:rect l="l" t="t" r="r" b="b"/>
              <a:pathLst>
                <a:path w="5835" h="2907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5834" y="2906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103"/>
            <p:cNvSpPr/>
            <p:nvPr/>
          </p:nvSpPr>
          <p:spPr>
            <a:xfrm>
              <a:off x="4363350" y="4254850"/>
              <a:ext cx="51100" cy="72675"/>
            </a:xfrm>
            <a:custGeom>
              <a:avLst/>
              <a:gdLst/>
              <a:ahLst/>
              <a:cxnLst/>
              <a:rect l="l" t="t" r="r" b="b"/>
              <a:pathLst>
                <a:path w="2044" h="2907" fill="none" extrusionOk="0">
                  <a:moveTo>
                    <a:pt x="2043" y="0"/>
                  </a:moveTo>
                  <a:lnTo>
                    <a:pt x="0" y="0"/>
                  </a:lnTo>
                  <a:lnTo>
                    <a:pt x="0" y="2906"/>
                  </a:lnTo>
                  <a:lnTo>
                    <a:pt x="2043" y="2906"/>
                  </a:lnTo>
                  <a:lnTo>
                    <a:pt x="20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103"/>
            <p:cNvSpPr/>
            <p:nvPr/>
          </p:nvSpPr>
          <p:spPr>
            <a:xfrm>
              <a:off x="396582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extrusionOk="0">
                  <a:moveTo>
                    <a:pt x="1" y="0"/>
                  </a:move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103"/>
            <p:cNvSpPr/>
            <p:nvPr/>
          </p:nvSpPr>
          <p:spPr>
            <a:xfrm>
              <a:off x="396582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fill="none" extrusionOk="0">
                  <a:moveTo>
                    <a:pt x="717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  <a:lnTo>
                    <a:pt x="7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103"/>
            <p:cNvSpPr/>
            <p:nvPr/>
          </p:nvSpPr>
          <p:spPr>
            <a:xfrm>
              <a:off x="4146950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extrusionOk="0">
                  <a:moveTo>
                    <a:pt x="1" y="0"/>
                  </a:move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103"/>
            <p:cNvSpPr/>
            <p:nvPr/>
          </p:nvSpPr>
          <p:spPr>
            <a:xfrm>
              <a:off x="4146950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906"/>
                  </a:lnTo>
                  <a:lnTo>
                    <a:pt x="1412" y="2906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103"/>
            <p:cNvSpPr/>
            <p:nvPr/>
          </p:nvSpPr>
          <p:spPr>
            <a:xfrm>
              <a:off x="432807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extrusionOk="0">
                  <a:moveTo>
                    <a:pt x="0" y="0"/>
                  </a:moveTo>
                  <a:lnTo>
                    <a:pt x="0" y="2906"/>
                  </a:lnTo>
                  <a:lnTo>
                    <a:pt x="1411" y="290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103"/>
            <p:cNvSpPr/>
            <p:nvPr/>
          </p:nvSpPr>
          <p:spPr>
            <a:xfrm>
              <a:off x="4328075" y="4254850"/>
              <a:ext cx="35300" cy="72675"/>
            </a:xfrm>
            <a:custGeom>
              <a:avLst/>
              <a:gdLst/>
              <a:ahLst/>
              <a:cxnLst/>
              <a:rect l="l" t="t" r="r" b="b"/>
              <a:pathLst>
                <a:path w="1412" h="2907" fill="none" extrusionOk="0">
                  <a:moveTo>
                    <a:pt x="1411" y="0"/>
                  </a:moveTo>
                  <a:lnTo>
                    <a:pt x="71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906"/>
                  </a:lnTo>
                  <a:lnTo>
                    <a:pt x="1411" y="2906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103"/>
            <p:cNvSpPr/>
            <p:nvPr/>
          </p:nvSpPr>
          <p:spPr>
            <a:xfrm>
              <a:off x="3292950" y="3959475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extrusionOk="0">
                  <a:moveTo>
                    <a:pt x="1" y="0"/>
                  </a:moveTo>
                  <a:lnTo>
                    <a:pt x="1" y="11815"/>
                  </a:lnTo>
                  <a:lnTo>
                    <a:pt x="52083" y="11815"/>
                  </a:lnTo>
                  <a:lnTo>
                    <a:pt x="520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103"/>
            <p:cNvSpPr/>
            <p:nvPr/>
          </p:nvSpPr>
          <p:spPr>
            <a:xfrm>
              <a:off x="3292950" y="3959475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fill="none" extrusionOk="0">
                  <a:moveTo>
                    <a:pt x="1" y="0"/>
                  </a:moveTo>
                  <a:lnTo>
                    <a:pt x="52083" y="0"/>
                  </a:lnTo>
                  <a:lnTo>
                    <a:pt x="52083" y="11815"/>
                  </a:lnTo>
                  <a:lnTo>
                    <a:pt x="1" y="118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103"/>
            <p:cNvSpPr/>
            <p:nvPr/>
          </p:nvSpPr>
          <p:spPr>
            <a:xfrm>
              <a:off x="3422475" y="4040025"/>
              <a:ext cx="15300" cy="214850"/>
            </a:xfrm>
            <a:custGeom>
              <a:avLst/>
              <a:gdLst/>
              <a:ahLst/>
              <a:cxnLst/>
              <a:rect l="l" t="t" r="r" b="b"/>
              <a:pathLst>
                <a:path w="612" h="8594" extrusionOk="0">
                  <a:moveTo>
                    <a:pt x="1" y="0"/>
                  </a:moveTo>
                  <a:lnTo>
                    <a:pt x="1" y="8593"/>
                  </a:lnTo>
                  <a:lnTo>
                    <a:pt x="611" y="8593"/>
                  </a:lnTo>
                  <a:lnTo>
                    <a:pt x="274" y="41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103"/>
            <p:cNvSpPr/>
            <p:nvPr/>
          </p:nvSpPr>
          <p:spPr>
            <a:xfrm>
              <a:off x="3422475" y="4040025"/>
              <a:ext cx="15300" cy="214850"/>
            </a:xfrm>
            <a:custGeom>
              <a:avLst/>
              <a:gdLst/>
              <a:ahLst/>
              <a:cxnLst/>
              <a:rect l="l" t="t" r="r" b="b"/>
              <a:pathLst>
                <a:path w="612" h="8594" fill="none" extrusionOk="0">
                  <a:moveTo>
                    <a:pt x="1" y="0"/>
                  </a:moveTo>
                  <a:lnTo>
                    <a:pt x="1" y="8593"/>
                  </a:lnTo>
                  <a:lnTo>
                    <a:pt x="611" y="8593"/>
                  </a:lnTo>
                  <a:lnTo>
                    <a:pt x="611" y="8593"/>
                  </a:lnTo>
                  <a:lnTo>
                    <a:pt x="274" y="412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103"/>
            <p:cNvSpPr/>
            <p:nvPr/>
          </p:nvSpPr>
          <p:spPr>
            <a:xfrm>
              <a:off x="378472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0"/>
                  </a:move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103"/>
            <p:cNvSpPr/>
            <p:nvPr/>
          </p:nvSpPr>
          <p:spPr>
            <a:xfrm>
              <a:off x="378472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103"/>
            <p:cNvSpPr/>
            <p:nvPr/>
          </p:nvSpPr>
          <p:spPr>
            <a:xfrm>
              <a:off x="396582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0"/>
                  </a:move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103"/>
            <p:cNvSpPr/>
            <p:nvPr/>
          </p:nvSpPr>
          <p:spPr>
            <a:xfrm>
              <a:off x="396582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103"/>
            <p:cNvSpPr/>
            <p:nvPr/>
          </p:nvSpPr>
          <p:spPr>
            <a:xfrm>
              <a:off x="4146950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0"/>
                  </a:move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103"/>
            <p:cNvSpPr/>
            <p:nvPr/>
          </p:nvSpPr>
          <p:spPr>
            <a:xfrm>
              <a:off x="4146950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103"/>
            <p:cNvSpPr/>
            <p:nvPr/>
          </p:nvSpPr>
          <p:spPr>
            <a:xfrm>
              <a:off x="4328075" y="4254850"/>
              <a:ext cx="17925" cy="25"/>
            </a:xfrm>
            <a:custGeom>
              <a:avLst/>
              <a:gdLst/>
              <a:ahLst/>
              <a:cxnLst/>
              <a:rect l="l" t="t" r="r" b="b"/>
              <a:pathLst>
                <a:path w="717" h="1" extrusionOk="0">
                  <a:moveTo>
                    <a:pt x="71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8E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103"/>
            <p:cNvSpPr/>
            <p:nvPr/>
          </p:nvSpPr>
          <p:spPr>
            <a:xfrm>
              <a:off x="4328075" y="4254850"/>
              <a:ext cx="17925" cy="25"/>
            </a:xfrm>
            <a:custGeom>
              <a:avLst/>
              <a:gdLst/>
              <a:ahLst/>
              <a:cxnLst/>
              <a:rect l="l" t="t" r="r" b="b"/>
              <a:pathLst>
                <a:path w="717" h="1" fill="none" extrusionOk="0">
                  <a:moveTo>
                    <a:pt x="71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103"/>
            <p:cNvSpPr/>
            <p:nvPr/>
          </p:nvSpPr>
          <p:spPr>
            <a:xfrm>
              <a:off x="432807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0"/>
                  </a:move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103"/>
            <p:cNvSpPr/>
            <p:nvPr/>
          </p:nvSpPr>
          <p:spPr>
            <a:xfrm>
              <a:off x="4328075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93"/>
                  </a:lnTo>
                  <a:lnTo>
                    <a:pt x="716" y="9393"/>
                  </a:lnTo>
                  <a:lnTo>
                    <a:pt x="1411" y="939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103"/>
            <p:cNvSpPr/>
            <p:nvPr/>
          </p:nvSpPr>
          <p:spPr>
            <a:xfrm>
              <a:off x="4509200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0"/>
                  </a:move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103"/>
            <p:cNvSpPr/>
            <p:nvPr/>
          </p:nvSpPr>
          <p:spPr>
            <a:xfrm>
              <a:off x="4509200" y="4020025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103"/>
            <p:cNvSpPr/>
            <p:nvPr/>
          </p:nvSpPr>
          <p:spPr>
            <a:xfrm>
              <a:off x="3292950" y="3959475"/>
              <a:ext cx="1302075" cy="60575"/>
            </a:xfrm>
            <a:custGeom>
              <a:avLst/>
              <a:gdLst/>
              <a:ahLst/>
              <a:cxnLst/>
              <a:rect l="l" t="t" r="r" b="b"/>
              <a:pathLst>
                <a:path w="52083" h="2423" extrusionOk="0">
                  <a:moveTo>
                    <a:pt x="1" y="0"/>
                  </a:moveTo>
                  <a:lnTo>
                    <a:pt x="1" y="2422"/>
                  </a:lnTo>
                  <a:lnTo>
                    <a:pt x="5140" y="2422"/>
                  </a:lnTo>
                  <a:lnTo>
                    <a:pt x="4971" y="0"/>
                  </a:lnTo>
                  <a:close/>
                  <a:moveTo>
                    <a:pt x="19187" y="0"/>
                  </a:moveTo>
                  <a:lnTo>
                    <a:pt x="19145" y="2422"/>
                  </a:lnTo>
                  <a:lnTo>
                    <a:pt x="19671" y="2422"/>
                  </a:lnTo>
                  <a:lnTo>
                    <a:pt x="19671" y="0"/>
                  </a:lnTo>
                  <a:close/>
                  <a:moveTo>
                    <a:pt x="21082" y="0"/>
                  </a:moveTo>
                  <a:lnTo>
                    <a:pt x="21082" y="2422"/>
                  </a:lnTo>
                  <a:lnTo>
                    <a:pt x="26916" y="2422"/>
                  </a:lnTo>
                  <a:lnTo>
                    <a:pt x="26916" y="0"/>
                  </a:lnTo>
                  <a:close/>
                  <a:moveTo>
                    <a:pt x="28327" y="0"/>
                  </a:moveTo>
                  <a:lnTo>
                    <a:pt x="28327" y="2422"/>
                  </a:lnTo>
                  <a:lnTo>
                    <a:pt x="34161" y="2422"/>
                  </a:lnTo>
                  <a:lnTo>
                    <a:pt x="34161" y="0"/>
                  </a:lnTo>
                  <a:close/>
                  <a:moveTo>
                    <a:pt x="35572" y="0"/>
                  </a:moveTo>
                  <a:lnTo>
                    <a:pt x="35572" y="2422"/>
                  </a:lnTo>
                  <a:lnTo>
                    <a:pt x="41405" y="2422"/>
                  </a:lnTo>
                  <a:lnTo>
                    <a:pt x="41405" y="0"/>
                  </a:lnTo>
                  <a:close/>
                  <a:moveTo>
                    <a:pt x="41405" y="0"/>
                  </a:moveTo>
                  <a:lnTo>
                    <a:pt x="42816" y="211"/>
                  </a:lnTo>
                  <a:lnTo>
                    <a:pt x="42816" y="2422"/>
                  </a:lnTo>
                  <a:lnTo>
                    <a:pt x="48650" y="2422"/>
                  </a:lnTo>
                  <a:lnTo>
                    <a:pt x="48650" y="0"/>
                  </a:lnTo>
                  <a:close/>
                  <a:moveTo>
                    <a:pt x="50061" y="0"/>
                  </a:moveTo>
                  <a:lnTo>
                    <a:pt x="50061" y="2422"/>
                  </a:lnTo>
                  <a:lnTo>
                    <a:pt x="52083" y="2422"/>
                  </a:lnTo>
                  <a:lnTo>
                    <a:pt x="52083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103"/>
            <p:cNvSpPr/>
            <p:nvPr/>
          </p:nvSpPr>
          <p:spPr>
            <a:xfrm>
              <a:off x="3292950" y="3959475"/>
              <a:ext cx="128500" cy="60575"/>
            </a:xfrm>
            <a:custGeom>
              <a:avLst/>
              <a:gdLst/>
              <a:ahLst/>
              <a:cxnLst/>
              <a:rect l="l" t="t" r="r" b="b"/>
              <a:pathLst>
                <a:path w="5140" h="2423" fill="none" extrusionOk="0">
                  <a:moveTo>
                    <a:pt x="4971" y="0"/>
                  </a:moveTo>
                  <a:lnTo>
                    <a:pt x="1" y="0"/>
                  </a:lnTo>
                  <a:lnTo>
                    <a:pt x="1" y="2422"/>
                  </a:lnTo>
                  <a:lnTo>
                    <a:pt x="5140" y="2422"/>
                  </a:lnTo>
                  <a:lnTo>
                    <a:pt x="5140" y="2422"/>
                  </a:lnTo>
                  <a:lnTo>
                    <a:pt x="49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103"/>
            <p:cNvSpPr/>
            <p:nvPr/>
          </p:nvSpPr>
          <p:spPr>
            <a:xfrm>
              <a:off x="3771550" y="3959475"/>
              <a:ext cx="13200" cy="60575"/>
            </a:xfrm>
            <a:custGeom>
              <a:avLst/>
              <a:gdLst/>
              <a:ahLst/>
              <a:cxnLst/>
              <a:rect l="l" t="t" r="r" b="b"/>
              <a:pathLst>
                <a:path w="528" h="2423" fill="none" extrusionOk="0">
                  <a:moveTo>
                    <a:pt x="527" y="0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1" y="2422"/>
                  </a:lnTo>
                  <a:lnTo>
                    <a:pt x="527" y="2422"/>
                  </a:lnTo>
                  <a:lnTo>
                    <a:pt x="5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103"/>
            <p:cNvSpPr/>
            <p:nvPr/>
          </p:nvSpPr>
          <p:spPr>
            <a:xfrm>
              <a:off x="3820000" y="3959475"/>
              <a:ext cx="145850" cy="60575"/>
            </a:xfrm>
            <a:custGeom>
              <a:avLst/>
              <a:gdLst/>
              <a:ahLst/>
              <a:cxnLst/>
              <a:rect l="l" t="t" r="r" b="b"/>
              <a:pathLst>
                <a:path w="5834" h="2423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22"/>
                  </a:lnTo>
                  <a:lnTo>
                    <a:pt x="5834" y="242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103"/>
            <p:cNvSpPr/>
            <p:nvPr/>
          </p:nvSpPr>
          <p:spPr>
            <a:xfrm>
              <a:off x="4001100" y="3959475"/>
              <a:ext cx="145875" cy="60575"/>
            </a:xfrm>
            <a:custGeom>
              <a:avLst/>
              <a:gdLst/>
              <a:ahLst/>
              <a:cxnLst/>
              <a:rect l="l" t="t" r="r" b="b"/>
              <a:pathLst>
                <a:path w="5835" h="2423" fill="none" extrusionOk="0">
                  <a:moveTo>
                    <a:pt x="5835" y="0"/>
                  </a:moveTo>
                  <a:lnTo>
                    <a:pt x="1" y="0"/>
                  </a:lnTo>
                  <a:lnTo>
                    <a:pt x="1" y="2422"/>
                  </a:lnTo>
                  <a:lnTo>
                    <a:pt x="5835" y="2422"/>
                  </a:lnTo>
                  <a:lnTo>
                    <a:pt x="58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103"/>
            <p:cNvSpPr/>
            <p:nvPr/>
          </p:nvSpPr>
          <p:spPr>
            <a:xfrm>
              <a:off x="4182225" y="3959475"/>
              <a:ext cx="145875" cy="60575"/>
            </a:xfrm>
            <a:custGeom>
              <a:avLst/>
              <a:gdLst/>
              <a:ahLst/>
              <a:cxnLst/>
              <a:rect l="l" t="t" r="r" b="b"/>
              <a:pathLst>
                <a:path w="5835" h="2423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422"/>
                  </a:lnTo>
                  <a:lnTo>
                    <a:pt x="5834" y="242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103"/>
            <p:cNvSpPr/>
            <p:nvPr/>
          </p:nvSpPr>
          <p:spPr>
            <a:xfrm>
              <a:off x="4328075" y="3959475"/>
              <a:ext cx="181150" cy="60575"/>
            </a:xfrm>
            <a:custGeom>
              <a:avLst/>
              <a:gdLst/>
              <a:ahLst/>
              <a:cxnLst/>
              <a:rect l="l" t="t" r="r" b="b"/>
              <a:pathLst>
                <a:path w="7246" h="2423" fill="none" extrusionOk="0">
                  <a:moveTo>
                    <a:pt x="7245" y="0"/>
                  </a:moveTo>
                  <a:lnTo>
                    <a:pt x="0" y="0"/>
                  </a:lnTo>
                  <a:lnTo>
                    <a:pt x="1411" y="211"/>
                  </a:lnTo>
                  <a:lnTo>
                    <a:pt x="1411" y="2422"/>
                  </a:lnTo>
                  <a:lnTo>
                    <a:pt x="7245" y="2422"/>
                  </a:lnTo>
                  <a:lnTo>
                    <a:pt x="72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103"/>
            <p:cNvSpPr/>
            <p:nvPr/>
          </p:nvSpPr>
          <p:spPr>
            <a:xfrm>
              <a:off x="4544475" y="3959475"/>
              <a:ext cx="50550" cy="60575"/>
            </a:xfrm>
            <a:custGeom>
              <a:avLst/>
              <a:gdLst/>
              <a:ahLst/>
              <a:cxnLst/>
              <a:rect l="l" t="t" r="r" b="b"/>
              <a:pathLst>
                <a:path w="2022" h="2423" fill="none" extrusionOk="0">
                  <a:moveTo>
                    <a:pt x="2022" y="0"/>
                  </a:moveTo>
                  <a:lnTo>
                    <a:pt x="0" y="0"/>
                  </a:lnTo>
                  <a:lnTo>
                    <a:pt x="0" y="2422"/>
                  </a:lnTo>
                  <a:lnTo>
                    <a:pt x="2022" y="2422"/>
                  </a:lnTo>
                  <a:lnTo>
                    <a:pt x="20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103"/>
            <p:cNvSpPr/>
            <p:nvPr/>
          </p:nvSpPr>
          <p:spPr>
            <a:xfrm>
              <a:off x="378472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0"/>
                  </a:moveTo>
                  <a:lnTo>
                    <a:pt x="0" y="2422"/>
                  </a:lnTo>
                  <a:lnTo>
                    <a:pt x="1411" y="242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103"/>
            <p:cNvSpPr/>
            <p:nvPr/>
          </p:nvSpPr>
          <p:spPr>
            <a:xfrm>
              <a:off x="378472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22"/>
                  </a:lnTo>
                  <a:lnTo>
                    <a:pt x="1411" y="242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103"/>
            <p:cNvSpPr/>
            <p:nvPr/>
          </p:nvSpPr>
          <p:spPr>
            <a:xfrm>
              <a:off x="396582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1" y="0"/>
                  </a:moveTo>
                  <a:lnTo>
                    <a:pt x="1" y="2422"/>
                  </a:lnTo>
                  <a:lnTo>
                    <a:pt x="1412" y="242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103"/>
            <p:cNvSpPr/>
            <p:nvPr/>
          </p:nvSpPr>
          <p:spPr>
            <a:xfrm>
              <a:off x="396582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22"/>
                  </a:lnTo>
                  <a:lnTo>
                    <a:pt x="1412" y="242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103"/>
            <p:cNvSpPr/>
            <p:nvPr/>
          </p:nvSpPr>
          <p:spPr>
            <a:xfrm>
              <a:off x="4146950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1" y="0"/>
                  </a:moveTo>
                  <a:lnTo>
                    <a:pt x="1" y="2422"/>
                  </a:lnTo>
                  <a:lnTo>
                    <a:pt x="1412" y="242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103"/>
            <p:cNvSpPr/>
            <p:nvPr/>
          </p:nvSpPr>
          <p:spPr>
            <a:xfrm>
              <a:off x="4146950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22"/>
                  </a:lnTo>
                  <a:lnTo>
                    <a:pt x="1412" y="242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103"/>
            <p:cNvSpPr/>
            <p:nvPr/>
          </p:nvSpPr>
          <p:spPr>
            <a:xfrm>
              <a:off x="432807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0"/>
                  </a:moveTo>
                  <a:lnTo>
                    <a:pt x="0" y="2422"/>
                  </a:lnTo>
                  <a:lnTo>
                    <a:pt x="1411" y="2422"/>
                  </a:lnTo>
                  <a:lnTo>
                    <a:pt x="1411" y="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103"/>
            <p:cNvSpPr/>
            <p:nvPr/>
          </p:nvSpPr>
          <p:spPr>
            <a:xfrm>
              <a:off x="4328075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422"/>
                  </a:lnTo>
                  <a:lnTo>
                    <a:pt x="1411" y="2422"/>
                  </a:lnTo>
                  <a:lnTo>
                    <a:pt x="1411" y="21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103"/>
            <p:cNvSpPr/>
            <p:nvPr/>
          </p:nvSpPr>
          <p:spPr>
            <a:xfrm>
              <a:off x="4509200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extrusionOk="0">
                  <a:moveTo>
                    <a:pt x="0" y="0"/>
                  </a:moveTo>
                  <a:lnTo>
                    <a:pt x="0" y="2422"/>
                  </a:lnTo>
                  <a:lnTo>
                    <a:pt x="1411" y="242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103"/>
            <p:cNvSpPr/>
            <p:nvPr/>
          </p:nvSpPr>
          <p:spPr>
            <a:xfrm>
              <a:off x="4509200" y="3959475"/>
              <a:ext cx="35300" cy="60575"/>
            </a:xfrm>
            <a:custGeom>
              <a:avLst/>
              <a:gdLst/>
              <a:ahLst/>
              <a:cxnLst/>
              <a:rect l="l" t="t" r="r" b="b"/>
              <a:pathLst>
                <a:path w="1412" h="242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22"/>
                  </a:lnTo>
                  <a:lnTo>
                    <a:pt x="1411" y="242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103"/>
            <p:cNvSpPr/>
            <p:nvPr/>
          </p:nvSpPr>
          <p:spPr>
            <a:xfrm>
              <a:off x="3350350" y="3663575"/>
              <a:ext cx="1302075" cy="295925"/>
            </a:xfrm>
            <a:custGeom>
              <a:avLst/>
              <a:gdLst/>
              <a:ahLst/>
              <a:cxnLst/>
              <a:rect l="l" t="t" r="r" b="b"/>
              <a:pathLst>
                <a:path w="52083" h="11837" extrusionOk="0">
                  <a:moveTo>
                    <a:pt x="0" y="0"/>
                  </a:moveTo>
                  <a:lnTo>
                    <a:pt x="0" y="11836"/>
                  </a:lnTo>
                  <a:lnTo>
                    <a:pt x="52082" y="11836"/>
                  </a:lnTo>
                  <a:lnTo>
                    <a:pt x="520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103"/>
            <p:cNvSpPr/>
            <p:nvPr/>
          </p:nvSpPr>
          <p:spPr>
            <a:xfrm>
              <a:off x="3350350" y="3663575"/>
              <a:ext cx="1302075" cy="295925"/>
            </a:xfrm>
            <a:custGeom>
              <a:avLst/>
              <a:gdLst/>
              <a:ahLst/>
              <a:cxnLst/>
              <a:rect l="l" t="t" r="r" b="b"/>
              <a:pathLst>
                <a:path w="52083" h="11837" fill="none" extrusionOk="0">
                  <a:moveTo>
                    <a:pt x="0" y="0"/>
                  </a:moveTo>
                  <a:lnTo>
                    <a:pt x="52082" y="0"/>
                  </a:lnTo>
                  <a:lnTo>
                    <a:pt x="52082" y="11836"/>
                  </a:lnTo>
                  <a:lnTo>
                    <a:pt x="0" y="118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103"/>
            <p:cNvSpPr/>
            <p:nvPr/>
          </p:nvSpPr>
          <p:spPr>
            <a:xfrm>
              <a:off x="384210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0"/>
                  </a:move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103"/>
            <p:cNvSpPr/>
            <p:nvPr/>
          </p:nvSpPr>
          <p:spPr>
            <a:xfrm>
              <a:off x="384210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103"/>
            <p:cNvSpPr/>
            <p:nvPr/>
          </p:nvSpPr>
          <p:spPr>
            <a:xfrm>
              <a:off x="4023225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0"/>
                  </a:move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103"/>
            <p:cNvSpPr/>
            <p:nvPr/>
          </p:nvSpPr>
          <p:spPr>
            <a:xfrm>
              <a:off x="4023225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103"/>
            <p:cNvSpPr/>
            <p:nvPr/>
          </p:nvSpPr>
          <p:spPr>
            <a:xfrm>
              <a:off x="420435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0" y="0"/>
                  </a:move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103"/>
            <p:cNvSpPr/>
            <p:nvPr/>
          </p:nvSpPr>
          <p:spPr>
            <a:xfrm>
              <a:off x="420435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93"/>
                  </a:lnTo>
                  <a:lnTo>
                    <a:pt x="1411" y="939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103"/>
            <p:cNvSpPr/>
            <p:nvPr/>
          </p:nvSpPr>
          <p:spPr>
            <a:xfrm>
              <a:off x="438545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0"/>
                  </a:move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103"/>
            <p:cNvSpPr/>
            <p:nvPr/>
          </p:nvSpPr>
          <p:spPr>
            <a:xfrm>
              <a:off x="4385450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103"/>
            <p:cNvSpPr/>
            <p:nvPr/>
          </p:nvSpPr>
          <p:spPr>
            <a:xfrm>
              <a:off x="4566575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extrusionOk="0">
                  <a:moveTo>
                    <a:pt x="1" y="0"/>
                  </a:move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103"/>
            <p:cNvSpPr/>
            <p:nvPr/>
          </p:nvSpPr>
          <p:spPr>
            <a:xfrm>
              <a:off x="4566575" y="3724650"/>
              <a:ext cx="35300" cy="234850"/>
            </a:xfrm>
            <a:custGeom>
              <a:avLst/>
              <a:gdLst/>
              <a:ahLst/>
              <a:cxnLst/>
              <a:rect l="l" t="t" r="r" b="b"/>
              <a:pathLst>
                <a:path w="1412" h="939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93"/>
                  </a:lnTo>
                  <a:lnTo>
                    <a:pt x="1412" y="939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103"/>
            <p:cNvSpPr/>
            <p:nvPr/>
          </p:nvSpPr>
          <p:spPr>
            <a:xfrm>
              <a:off x="3758400" y="3663575"/>
              <a:ext cx="894025" cy="61100"/>
            </a:xfrm>
            <a:custGeom>
              <a:avLst/>
              <a:gdLst/>
              <a:ahLst/>
              <a:cxnLst/>
              <a:rect l="l" t="t" r="r" b="b"/>
              <a:pathLst>
                <a:path w="35761" h="2444" extrusionOk="0">
                  <a:moveTo>
                    <a:pt x="0" y="0"/>
                  </a:moveTo>
                  <a:lnTo>
                    <a:pt x="211" y="2443"/>
                  </a:lnTo>
                  <a:lnTo>
                    <a:pt x="3349" y="2443"/>
                  </a:lnTo>
                  <a:lnTo>
                    <a:pt x="3349" y="0"/>
                  </a:lnTo>
                  <a:close/>
                  <a:moveTo>
                    <a:pt x="4760" y="0"/>
                  </a:moveTo>
                  <a:lnTo>
                    <a:pt x="4760" y="2443"/>
                  </a:lnTo>
                  <a:lnTo>
                    <a:pt x="10593" y="2443"/>
                  </a:lnTo>
                  <a:lnTo>
                    <a:pt x="10593" y="0"/>
                  </a:lnTo>
                  <a:close/>
                  <a:moveTo>
                    <a:pt x="12004" y="0"/>
                  </a:moveTo>
                  <a:lnTo>
                    <a:pt x="12004" y="2443"/>
                  </a:lnTo>
                  <a:lnTo>
                    <a:pt x="17838" y="2443"/>
                  </a:lnTo>
                  <a:lnTo>
                    <a:pt x="17838" y="0"/>
                  </a:lnTo>
                  <a:close/>
                  <a:moveTo>
                    <a:pt x="19249" y="0"/>
                  </a:moveTo>
                  <a:lnTo>
                    <a:pt x="19249" y="2443"/>
                  </a:lnTo>
                  <a:lnTo>
                    <a:pt x="25083" y="2443"/>
                  </a:lnTo>
                  <a:lnTo>
                    <a:pt x="25083" y="0"/>
                  </a:lnTo>
                  <a:close/>
                  <a:moveTo>
                    <a:pt x="26494" y="0"/>
                  </a:moveTo>
                  <a:lnTo>
                    <a:pt x="26494" y="2443"/>
                  </a:lnTo>
                  <a:lnTo>
                    <a:pt x="32328" y="2443"/>
                  </a:lnTo>
                  <a:lnTo>
                    <a:pt x="32328" y="0"/>
                  </a:lnTo>
                  <a:close/>
                  <a:moveTo>
                    <a:pt x="33739" y="0"/>
                  </a:moveTo>
                  <a:lnTo>
                    <a:pt x="33739" y="2443"/>
                  </a:lnTo>
                  <a:lnTo>
                    <a:pt x="35760" y="2443"/>
                  </a:lnTo>
                  <a:lnTo>
                    <a:pt x="35760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103"/>
            <p:cNvSpPr/>
            <p:nvPr/>
          </p:nvSpPr>
          <p:spPr>
            <a:xfrm>
              <a:off x="3758400" y="3663575"/>
              <a:ext cx="83725" cy="61100"/>
            </a:xfrm>
            <a:custGeom>
              <a:avLst/>
              <a:gdLst/>
              <a:ahLst/>
              <a:cxnLst/>
              <a:rect l="l" t="t" r="r" b="b"/>
              <a:pathLst>
                <a:path w="3349" h="2444" fill="none" extrusionOk="0">
                  <a:moveTo>
                    <a:pt x="3349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11" y="2443"/>
                  </a:lnTo>
                  <a:lnTo>
                    <a:pt x="3349" y="2443"/>
                  </a:lnTo>
                  <a:lnTo>
                    <a:pt x="33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103"/>
            <p:cNvSpPr/>
            <p:nvPr/>
          </p:nvSpPr>
          <p:spPr>
            <a:xfrm>
              <a:off x="3877375" y="366357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103"/>
            <p:cNvSpPr/>
            <p:nvPr/>
          </p:nvSpPr>
          <p:spPr>
            <a:xfrm>
              <a:off x="4058500" y="366357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103"/>
            <p:cNvSpPr/>
            <p:nvPr/>
          </p:nvSpPr>
          <p:spPr>
            <a:xfrm>
              <a:off x="4239625" y="3663575"/>
              <a:ext cx="145850" cy="61100"/>
            </a:xfrm>
            <a:custGeom>
              <a:avLst/>
              <a:gdLst/>
              <a:ahLst/>
              <a:cxnLst/>
              <a:rect l="l" t="t" r="r" b="b"/>
              <a:pathLst>
                <a:path w="5834" h="2444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103"/>
            <p:cNvSpPr/>
            <p:nvPr/>
          </p:nvSpPr>
          <p:spPr>
            <a:xfrm>
              <a:off x="4420725" y="366357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5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5835" y="2443"/>
                  </a:lnTo>
                  <a:lnTo>
                    <a:pt x="58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103"/>
            <p:cNvSpPr/>
            <p:nvPr/>
          </p:nvSpPr>
          <p:spPr>
            <a:xfrm>
              <a:off x="4601850" y="3663575"/>
              <a:ext cx="50575" cy="61100"/>
            </a:xfrm>
            <a:custGeom>
              <a:avLst/>
              <a:gdLst/>
              <a:ahLst/>
              <a:cxnLst/>
              <a:rect l="l" t="t" r="r" b="b"/>
              <a:pathLst>
                <a:path w="2023" h="2444" fill="none" extrusionOk="0">
                  <a:moveTo>
                    <a:pt x="202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2022" y="2443"/>
                  </a:lnTo>
                  <a:lnTo>
                    <a:pt x="20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103"/>
            <p:cNvSpPr/>
            <p:nvPr/>
          </p:nvSpPr>
          <p:spPr>
            <a:xfrm>
              <a:off x="384210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103"/>
            <p:cNvSpPr/>
            <p:nvPr/>
          </p:nvSpPr>
          <p:spPr>
            <a:xfrm>
              <a:off x="384210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103"/>
            <p:cNvSpPr/>
            <p:nvPr/>
          </p:nvSpPr>
          <p:spPr>
            <a:xfrm>
              <a:off x="4023225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103"/>
            <p:cNvSpPr/>
            <p:nvPr/>
          </p:nvSpPr>
          <p:spPr>
            <a:xfrm>
              <a:off x="4023225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103"/>
            <p:cNvSpPr/>
            <p:nvPr/>
          </p:nvSpPr>
          <p:spPr>
            <a:xfrm>
              <a:off x="420435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103"/>
            <p:cNvSpPr/>
            <p:nvPr/>
          </p:nvSpPr>
          <p:spPr>
            <a:xfrm>
              <a:off x="420435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103"/>
            <p:cNvSpPr/>
            <p:nvPr/>
          </p:nvSpPr>
          <p:spPr>
            <a:xfrm>
              <a:off x="3350350" y="3663575"/>
              <a:ext cx="47400" cy="61100"/>
            </a:xfrm>
            <a:custGeom>
              <a:avLst/>
              <a:gdLst/>
              <a:ahLst/>
              <a:cxnLst/>
              <a:rect l="l" t="t" r="r" b="b"/>
              <a:pathLst>
                <a:path w="1896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896" y="2443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103"/>
            <p:cNvSpPr/>
            <p:nvPr/>
          </p:nvSpPr>
          <p:spPr>
            <a:xfrm>
              <a:off x="3350350" y="3663575"/>
              <a:ext cx="47400" cy="61100"/>
            </a:xfrm>
            <a:custGeom>
              <a:avLst/>
              <a:gdLst/>
              <a:ahLst/>
              <a:cxnLst/>
              <a:rect l="l" t="t" r="r" b="b"/>
              <a:pathLst>
                <a:path w="1896" h="2444" fill="none" extrusionOk="0">
                  <a:moveTo>
                    <a:pt x="1580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896" y="2443"/>
                  </a:lnTo>
                  <a:lnTo>
                    <a:pt x="1896" y="2443"/>
                  </a:lnTo>
                  <a:lnTo>
                    <a:pt x="158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103"/>
            <p:cNvSpPr/>
            <p:nvPr/>
          </p:nvSpPr>
          <p:spPr>
            <a:xfrm>
              <a:off x="438545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103"/>
            <p:cNvSpPr/>
            <p:nvPr/>
          </p:nvSpPr>
          <p:spPr>
            <a:xfrm>
              <a:off x="4385450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103"/>
            <p:cNvSpPr/>
            <p:nvPr/>
          </p:nvSpPr>
          <p:spPr>
            <a:xfrm>
              <a:off x="4566575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103"/>
            <p:cNvSpPr/>
            <p:nvPr/>
          </p:nvSpPr>
          <p:spPr>
            <a:xfrm>
              <a:off x="4566575" y="366357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103"/>
            <p:cNvSpPr/>
            <p:nvPr/>
          </p:nvSpPr>
          <p:spPr>
            <a:xfrm>
              <a:off x="3195025" y="3368200"/>
              <a:ext cx="1302600" cy="295400"/>
            </a:xfrm>
            <a:custGeom>
              <a:avLst/>
              <a:gdLst/>
              <a:ahLst/>
              <a:cxnLst/>
              <a:rect l="l" t="t" r="r" b="b"/>
              <a:pathLst>
                <a:path w="52104" h="11816" extrusionOk="0">
                  <a:moveTo>
                    <a:pt x="1" y="1"/>
                  </a:moveTo>
                  <a:lnTo>
                    <a:pt x="1" y="11815"/>
                  </a:lnTo>
                  <a:lnTo>
                    <a:pt x="52104" y="11815"/>
                  </a:lnTo>
                  <a:lnTo>
                    <a:pt x="521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103"/>
            <p:cNvSpPr/>
            <p:nvPr/>
          </p:nvSpPr>
          <p:spPr>
            <a:xfrm>
              <a:off x="3195025" y="3368200"/>
              <a:ext cx="1302600" cy="295400"/>
            </a:xfrm>
            <a:custGeom>
              <a:avLst/>
              <a:gdLst/>
              <a:ahLst/>
              <a:cxnLst/>
              <a:rect l="l" t="t" r="r" b="b"/>
              <a:pathLst>
                <a:path w="52104" h="11816" fill="none" extrusionOk="0">
                  <a:moveTo>
                    <a:pt x="1" y="1"/>
                  </a:moveTo>
                  <a:lnTo>
                    <a:pt x="52104" y="1"/>
                  </a:lnTo>
                  <a:lnTo>
                    <a:pt x="52104" y="11815"/>
                  </a:lnTo>
                  <a:lnTo>
                    <a:pt x="1" y="1181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103"/>
            <p:cNvSpPr/>
            <p:nvPr/>
          </p:nvSpPr>
          <p:spPr>
            <a:xfrm>
              <a:off x="33250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1833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103"/>
            <p:cNvSpPr/>
            <p:nvPr/>
          </p:nvSpPr>
          <p:spPr>
            <a:xfrm>
              <a:off x="33250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075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1833"/>
                  </a:lnTo>
                  <a:lnTo>
                    <a:pt x="1412" y="1833"/>
                  </a:lnTo>
                  <a:lnTo>
                    <a:pt x="107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103"/>
            <p:cNvSpPr/>
            <p:nvPr/>
          </p:nvSpPr>
          <p:spPr>
            <a:xfrm>
              <a:off x="386842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103"/>
            <p:cNvSpPr/>
            <p:nvPr/>
          </p:nvSpPr>
          <p:spPr>
            <a:xfrm>
              <a:off x="386842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103"/>
            <p:cNvSpPr/>
            <p:nvPr/>
          </p:nvSpPr>
          <p:spPr>
            <a:xfrm>
              <a:off x="4049550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103"/>
            <p:cNvSpPr/>
            <p:nvPr/>
          </p:nvSpPr>
          <p:spPr>
            <a:xfrm>
              <a:off x="4049550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103"/>
            <p:cNvSpPr/>
            <p:nvPr/>
          </p:nvSpPr>
          <p:spPr>
            <a:xfrm>
              <a:off x="42306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103"/>
            <p:cNvSpPr/>
            <p:nvPr/>
          </p:nvSpPr>
          <p:spPr>
            <a:xfrm>
              <a:off x="42306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103"/>
            <p:cNvSpPr/>
            <p:nvPr/>
          </p:nvSpPr>
          <p:spPr>
            <a:xfrm>
              <a:off x="44117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103"/>
            <p:cNvSpPr/>
            <p:nvPr/>
          </p:nvSpPr>
          <p:spPr>
            <a:xfrm>
              <a:off x="4411775" y="3429275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103"/>
            <p:cNvSpPr/>
            <p:nvPr/>
          </p:nvSpPr>
          <p:spPr>
            <a:xfrm>
              <a:off x="3277700" y="3368200"/>
              <a:ext cx="1219925" cy="61100"/>
            </a:xfrm>
            <a:custGeom>
              <a:avLst/>
              <a:gdLst/>
              <a:ahLst/>
              <a:cxnLst/>
              <a:rect l="l" t="t" r="r" b="b"/>
              <a:pathLst>
                <a:path w="48797" h="2444" extrusionOk="0">
                  <a:moveTo>
                    <a:pt x="169" y="1"/>
                  </a:moveTo>
                  <a:lnTo>
                    <a:pt x="0" y="2443"/>
                  </a:lnTo>
                  <a:lnTo>
                    <a:pt x="1896" y="2443"/>
                  </a:lnTo>
                  <a:lnTo>
                    <a:pt x="1896" y="1"/>
                  </a:lnTo>
                  <a:close/>
                  <a:moveTo>
                    <a:pt x="18049" y="1"/>
                  </a:moveTo>
                  <a:lnTo>
                    <a:pt x="18323" y="2443"/>
                  </a:lnTo>
                  <a:lnTo>
                    <a:pt x="23630" y="2443"/>
                  </a:lnTo>
                  <a:lnTo>
                    <a:pt x="23630" y="1"/>
                  </a:lnTo>
                  <a:close/>
                  <a:moveTo>
                    <a:pt x="25041" y="1"/>
                  </a:moveTo>
                  <a:lnTo>
                    <a:pt x="25041" y="2443"/>
                  </a:lnTo>
                  <a:lnTo>
                    <a:pt x="30874" y="2443"/>
                  </a:lnTo>
                  <a:lnTo>
                    <a:pt x="30874" y="1"/>
                  </a:lnTo>
                  <a:close/>
                  <a:moveTo>
                    <a:pt x="32285" y="1"/>
                  </a:moveTo>
                  <a:lnTo>
                    <a:pt x="32285" y="2443"/>
                  </a:lnTo>
                  <a:lnTo>
                    <a:pt x="38119" y="2443"/>
                  </a:lnTo>
                  <a:lnTo>
                    <a:pt x="38119" y="1"/>
                  </a:lnTo>
                  <a:close/>
                  <a:moveTo>
                    <a:pt x="39530" y="1"/>
                  </a:moveTo>
                  <a:lnTo>
                    <a:pt x="39530" y="2443"/>
                  </a:lnTo>
                  <a:lnTo>
                    <a:pt x="45364" y="2443"/>
                  </a:lnTo>
                  <a:lnTo>
                    <a:pt x="45364" y="1"/>
                  </a:lnTo>
                  <a:close/>
                  <a:moveTo>
                    <a:pt x="46775" y="1"/>
                  </a:moveTo>
                  <a:lnTo>
                    <a:pt x="46775" y="2443"/>
                  </a:lnTo>
                  <a:lnTo>
                    <a:pt x="48797" y="2443"/>
                  </a:lnTo>
                  <a:lnTo>
                    <a:pt x="48797" y="1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103"/>
            <p:cNvSpPr/>
            <p:nvPr/>
          </p:nvSpPr>
          <p:spPr>
            <a:xfrm>
              <a:off x="3277700" y="3368200"/>
              <a:ext cx="47400" cy="61100"/>
            </a:xfrm>
            <a:custGeom>
              <a:avLst/>
              <a:gdLst/>
              <a:ahLst/>
              <a:cxnLst/>
              <a:rect l="l" t="t" r="r" b="b"/>
              <a:pathLst>
                <a:path w="1896" h="2444" fill="none" extrusionOk="0">
                  <a:moveTo>
                    <a:pt x="1896" y="1"/>
                  </a:moveTo>
                  <a:lnTo>
                    <a:pt x="169" y="1"/>
                  </a:lnTo>
                  <a:lnTo>
                    <a:pt x="169" y="1"/>
                  </a:lnTo>
                  <a:lnTo>
                    <a:pt x="0" y="2443"/>
                  </a:lnTo>
                  <a:lnTo>
                    <a:pt x="1896" y="2443"/>
                  </a:lnTo>
                  <a:lnTo>
                    <a:pt x="189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103"/>
            <p:cNvSpPr/>
            <p:nvPr/>
          </p:nvSpPr>
          <p:spPr>
            <a:xfrm>
              <a:off x="3728900" y="3368200"/>
              <a:ext cx="139550" cy="61100"/>
            </a:xfrm>
            <a:custGeom>
              <a:avLst/>
              <a:gdLst/>
              <a:ahLst/>
              <a:cxnLst/>
              <a:rect l="l" t="t" r="r" b="b"/>
              <a:pathLst>
                <a:path w="5582" h="2444" fill="none" extrusionOk="0">
                  <a:moveTo>
                    <a:pt x="5582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75" y="2443"/>
                  </a:lnTo>
                  <a:lnTo>
                    <a:pt x="5582" y="2443"/>
                  </a:lnTo>
                  <a:lnTo>
                    <a:pt x="55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103"/>
            <p:cNvSpPr/>
            <p:nvPr/>
          </p:nvSpPr>
          <p:spPr>
            <a:xfrm>
              <a:off x="3903700" y="3368200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443"/>
                  </a:lnTo>
                  <a:lnTo>
                    <a:pt x="5834" y="244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103"/>
            <p:cNvSpPr/>
            <p:nvPr/>
          </p:nvSpPr>
          <p:spPr>
            <a:xfrm>
              <a:off x="4084825" y="3368200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103"/>
            <p:cNvSpPr/>
            <p:nvPr/>
          </p:nvSpPr>
          <p:spPr>
            <a:xfrm>
              <a:off x="4265950" y="3368200"/>
              <a:ext cx="145850" cy="61100"/>
            </a:xfrm>
            <a:custGeom>
              <a:avLst/>
              <a:gdLst/>
              <a:ahLst/>
              <a:cxnLst/>
              <a:rect l="l" t="t" r="r" b="b"/>
              <a:pathLst>
                <a:path w="5834" h="2444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103"/>
            <p:cNvSpPr/>
            <p:nvPr/>
          </p:nvSpPr>
          <p:spPr>
            <a:xfrm>
              <a:off x="4447050" y="3368200"/>
              <a:ext cx="50575" cy="61100"/>
            </a:xfrm>
            <a:custGeom>
              <a:avLst/>
              <a:gdLst/>
              <a:ahLst/>
              <a:cxnLst/>
              <a:rect l="l" t="t" r="r" b="b"/>
              <a:pathLst>
                <a:path w="2023" h="2444" fill="none" extrusionOk="0">
                  <a:moveTo>
                    <a:pt x="2023" y="1"/>
                  </a:moveTo>
                  <a:lnTo>
                    <a:pt x="1" y="1"/>
                  </a:lnTo>
                  <a:lnTo>
                    <a:pt x="1" y="2443"/>
                  </a:lnTo>
                  <a:lnTo>
                    <a:pt x="2023" y="2443"/>
                  </a:lnTo>
                  <a:lnTo>
                    <a:pt x="20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103"/>
            <p:cNvSpPr/>
            <p:nvPr/>
          </p:nvSpPr>
          <p:spPr>
            <a:xfrm>
              <a:off x="3325075" y="3368200"/>
              <a:ext cx="26875" cy="61100"/>
            </a:xfrm>
            <a:custGeom>
              <a:avLst/>
              <a:gdLst/>
              <a:ahLst/>
              <a:cxnLst/>
              <a:rect l="l" t="t" r="r" b="b"/>
              <a:pathLst>
                <a:path w="1075" h="2444" extrusionOk="0">
                  <a:moveTo>
                    <a:pt x="1" y="1"/>
                  </a:moveTo>
                  <a:lnTo>
                    <a:pt x="1" y="2443"/>
                  </a:lnTo>
                  <a:lnTo>
                    <a:pt x="1075" y="2443"/>
                  </a:lnTo>
                  <a:lnTo>
                    <a:pt x="63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103"/>
            <p:cNvSpPr/>
            <p:nvPr/>
          </p:nvSpPr>
          <p:spPr>
            <a:xfrm>
              <a:off x="3325075" y="3368200"/>
              <a:ext cx="26875" cy="61100"/>
            </a:xfrm>
            <a:custGeom>
              <a:avLst/>
              <a:gdLst/>
              <a:ahLst/>
              <a:cxnLst/>
              <a:rect l="l" t="t" r="r" b="b"/>
              <a:pathLst>
                <a:path w="1075" h="2444" fill="none" extrusionOk="0">
                  <a:moveTo>
                    <a:pt x="632" y="1"/>
                  </a:moveTo>
                  <a:lnTo>
                    <a:pt x="1" y="1"/>
                  </a:lnTo>
                  <a:lnTo>
                    <a:pt x="1" y="2443"/>
                  </a:lnTo>
                  <a:lnTo>
                    <a:pt x="1075" y="2443"/>
                  </a:lnTo>
                  <a:lnTo>
                    <a:pt x="1075" y="2443"/>
                  </a:lnTo>
                  <a:lnTo>
                    <a:pt x="63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103"/>
            <p:cNvSpPr/>
            <p:nvPr/>
          </p:nvSpPr>
          <p:spPr>
            <a:xfrm>
              <a:off x="386842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1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103"/>
            <p:cNvSpPr/>
            <p:nvPr/>
          </p:nvSpPr>
          <p:spPr>
            <a:xfrm>
              <a:off x="386842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103"/>
            <p:cNvSpPr/>
            <p:nvPr/>
          </p:nvSpPr>
          <p:spPr>
            <a:xfrm>
              <a:off x="4049550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1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103"/>
            <p:cNvSpPr/>
            <p:nvPr/>
          </p:nvSpPr>
          <p:spPr>
            <a:xfrm>
              <a:off x="4049550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103"/>
            <p:cNvSpPr/>
            <p:nvPr/>
          </p:nvSpPr>
          <p:spPr>
            <a:xfrm>
              <a:off x="423067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1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103"/>
            <p:cNvSpPr/>
            <p:nvPr/>
          </p:nvSpPr>
          <p:spPr>
            <a:xfrm>
              <a:off x="423067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103"/>
            <p:cNvSpPr/>
            <p:nvPr/>
          </p:nvSpPr>
          <p:spPr>
            <a:xfrm>
              <a:off x="441177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1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103"/>
            <p:cNvSpPr/>
            <p:nvPr/>
          </p:nvSpPr>
          <p:spPr>
            <a:xfrm>
              <a:off x="4411775" y="3368200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103"/>
            <p:cNvSpPr/>
            <p:nvPr/>
          </p:nvSpPr>
          <p:spPr>
            <a:xfrm>
              <a:off x="1461775" y="4850325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extrusionOk="0">
                  <a:moveTo>
                    <a:pt x="0" y="0"/>
                  </a:moveTo>
                  <a:lnTo>
                    <a:pt x="0" y="11815"/>
                  </a:lnTo>
                  <a:lnTo>
                    <a:pt x="52082" y="11815"/>
                  </a:lnTo>
                  <a:lnTo>
                    <a:pt x="520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103"/>
            <p:cNvSpPr/>
            <p:nvPr/>
          </p:nvSpPr>
          <p:spPr>
            <a:xfrm>
              <a:off x="1461775" y="4850325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fill="none" extrusionOk="0">
                  <a:moveTo>
                    <a:pt x="0" y="0"/>
                  </a:moveTo>
                  <a:lnTo>
                    <a:pt x="52082" y="0"/>
                  </a:lnTo>
                  <a:lnTo>
                    <a:pt x="52082" y="11815"/>
                  </a:lnTo>
                  <a:lnTo>
                    <a:pt x="0" y="118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103"/>
            <p:cNvSpPr/>
            <p:nvPr/>
          </p:nvSpPr>
          <p:spPr>
            <a:xfrm>
              <a:off x="15913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103"/>
            <p:cNvSpPr/>
            <p:nvPr/>
          </p:nvSpPr>
          <p:spPr>
            <a:xfrm>
              <a:off x="15913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103"/>
            <p:cNvSpPr/>
            <p:nvPr/>
          </p:nvSpPr>
          <p:spPr>
            <a:xfrm>
              <a:off x="17724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103"/>
            <p:cNvSpPr/>
            <p:nvPr/>
          </p:nvSpPr>
          <p:spPr>
            <a:xfrm>
              <a:off x="17724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103"/>
            <p:cNvSpPr/>
            <p:nvPr/>
          </p:nvSpPr>
          <p:spPr>
            <a:xfrm>
              <a:off x="195352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103"/>
            <p:cNvSpPr/>
            <p:nvPr/>
          </p:nvSpPr>
          <p:spPr>
            <a:xfrm>
              <a:off x="195352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103"/>
            <p:cNvSpPr/>
            <p:nvPr/>
          </p:nvSpPr>
          <p:spPr>
            <a:xfrm>
              <a:off x="213465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103"/>
            <p:cNvSpPr/>
            <p:nvPr/>
          </p:nvSpPr>
          <p:spPr>
            <a:xfrm>
              <a:off x="213465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103"/>
            <p:cNvSpPr/>
            <p:nvPr/>
          </p:nvSpPr>
          <p:spPr>
            <a:xfrm>
              <a:off x="231577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103"/>
            <p:cNvSpPr/>
            <p:nvPr/>
          </p:nvSpPr>
          <p:spPr>
            <a:xfrm>
              <a:off x="231577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1" y="937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103"/>
            <p:cNvSpPr/>
            <p:nvPr/>
          </p:nvSpPr>
          <p:spPr>
            <a:xfrm>
              <a:off x="249687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1" y="0"/>
                  </a:move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103"/>
            <p:cNvSpPr/>
            <p:nvPr/>
          </p:nvSpPr>
          <p:spPr>
            <a:xfrm>
              <a:off x="2496875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103"/>
            <p:cNvSpPr/>
            <p:nvPr/>
          </p:nvSpPr>
          <p:spPr>
            <a:xfrm>
              <a:off x="26780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extrusionOk="0">
                  <a:moveTo>
                    <a:pt x="0" y="0"/>
                  </a:moveTo>
                  <a:lnTo>
                    <a:pt x="0" y="9372"/>
                  </a:lnTo>
                  <a:lnTo>
                    <a:pt x="1412" y="937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103"/>
            <p:cNvSpPr/>
            <p:nvPr/>
          </p:nvSpPr>
          <p:spPr>
            <a:xfrm>
              <a:off x="2678000" y="4911400"/>
              <a:ext cx="35300" cy="234325"/>
            </a:xfrm>
            <a:custGeom>
              <a:avLst/>
              <a:gdLst/>
              <a:ahLst/>
              <a:cxnLst/>
              <a:rect l="l" t="t" r="r" b="b"/>
              <a:pathLst>
                <a:path w="1412" h="9373" fill="none" extrusionOk="0">
                  <a:moveTo>
                    <a:pt x="1412" y="0"/>
                  </a:moveTo>
                  <a:lnTo>
                    <a:pt x="0" y="0"/>
                  </a:lnTo>
                  <a:lnTo>
                    <a:pt x="0" y="9372"/>
                  </a:lnTo>
                  <a:lnTo>
                    <a:pt x="1412" y="937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103"/>
            <p:cNvSpPr/>
            <p:nvPr/>
          </p:nvSpPr>
          <p:spPr>
            <a:xfrm>
              <a:off x="1461775" y="4850325"/>
              <a:ext cx="1274700" cy="61100"/>
            </a:xfrm>
            <a:custGeom>
              <a:avLst/>
              <a:gdLst/>
              <a:ahLst/>
              <a:cxnLst/>
              <a:rect l="l" t="t" r="r" b="b"/>
              <a:pathLst>
                <a:path w="50988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5181" y="2443"/>
                  </a:lnTo>
                  <a:lnTo>
                    <a:pt x="5181" y="0"/>
                  </a:lnTo>
                  <a:close/>
                  <a:moveTo>
                    <a:pt x="6592" y="0"/>
                  </a:moveTo>
                  <a:lnTo>
                    <a:pt x="6592" y="2443"/>
                  </a:lnTo>
                  <a:lnTo>
                    <a:pt x="12426" y="2443"/>
                  </a:lnTo>
                  <a:lnTo>
                    <a:pt x="12426" y="0"/>
                  </a:lnTo>
                  <a:close/>
                  <a:moveTo>
                    <a:pt x="13837" y="0"/>
                  </a:moveTo>
                  <a:lnTo>
                    <a:pt x="13837" y="2443"/>
                  </a:lnTo>
                  <a:lnTo>
                    <a:pt x="19671" y="2443"/>
                  </a:lnTo>
                  <a:lnTo>
                    <a:pt x="19671" y="0"/>
                  </a:lnTo>
                  <a:close/>
                  <a:moveTo>
                    <a:pt x="21082" y="0"/>
                  </a:moveTo>
                  <a:lnTo>
                    <a:pt x="21082" y="2443"/>
                  </a:lnTo>
                  <a:lnTo>
                    <a:pt x="26915" y="2443"/>
                  </a:lnTo>
                  <a:lnTo>
                    <a:pt x="26915" y="0"/>
                  </a:lnTo>
                  <a:close/>
                  <a:moveTo>
                    <a:pt x="28326" y="0"/>
                  </a:moveTo>
                  <a:lnTo>
                    <a:pt x="28326" y="2443"/>
                  </a:lnTo>
                  <a:lnTo>
                    <a:pt x="34160" y="2443"/>
                  </a:lnTo>
                  <a:lnTo>
                    <a:pt x="34160" y="0"/>
                  </a:lnTo>
                  <a:close/>
                  <a:moveTo>
                    <a:pt x="35571" y="0"/>
                  </a:moveTo>
                  <a:lnTo>
                    <a:pt x="35571" y="2443"/>
                  </a:lnTo>
                  <a:lnTo>
                    <a:pt x="41405" y="2443"/>
                  </a:lnTo>
                  <a:lnTo>
                    <a:pt x="41405" y="0"/>
                  </a:lnTo>
                  <a:close/>
                  <a:moveTo>
                    <a:pt x="42816" y="0"/>
                  </a:moveTo>
                  <a:lnTo>
                    <a:pt x="42816" y="2443"/>
                  </a:lnTo>
                  <a:lnTo>
                    <a:pt x="48649" y="2443"/>
                  </a:lnTo>
                  <a:lnTo>
                    <a:pt x="48649" y="1369"/>
                  </a:lnTo>
                  <a:lnTo>
                    <a:pt x="48523" y="1306"/>
                  </a:lnTo>
                  <a:lnTo>
                    <a:pt x="48649" y="927"/>
                  </a:lnTo>
                  <a:lnTo>
                    <a:pt x="48649" y="0"/>
                  </a:lnTo>
                  <a:close/>
                  <a:moveTo>
                    <a:pt x="50061" y="2022"/>
                  </a:moveTo>
                  <a:lnTo>
                    <a:pt x="50061" y="2443"/>
                  </a:lnTo>
                  <a:lnTo>
                    <a:pt x="50987" y="2443"/>
                  </a:lnTo>
                  <a:lnTo>
                    <a:pt x="50061" y="2022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103"/>
            <p:cNvSpPr/>
            <p:nvPr/>
          </p:nvSpPr>
          <p:spPr>
            <a:xfrm>
              <a:off x="2713275" y="4900875"/>
              <a:ext cx="23200" cy="10550"/>
            </a:xfrm>
            <a:custGeom>
              <a:avLst/>
              <a:gdLst/>
              <a:ahLst/>
              <a:cxnLst/>
              <a:rect l="l" t="t" r="r" b="b"/>
              <a:pathLst>
                <a:path w="928" h="422" fill="none" extrusionOk="0">
                  <a:moveTo>
                    <a:pt x="1" y="0"/>
                  </a:moveTo>
                  <a:lnTo>
                    <a:pt x="1" y="421"/>
                  </a:lnTo>
                  <a:lnTo>
                    <a:pt x="927" y="4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103"/>
            <p:cNvSpPr/>
            <p:nvPr/>
          </p:nvSpPr>
          <p:spPr>
            <a:xfrm>
              <a:off x="1461775" y="4850325"/>
              <a:ext cx="129550" cy="61100"/>
            </a:xfrm>
            <a:custGeom>
              <a:avLst/>
              <a:gdLst/>
              <a:ahLst/>
              <a:cxnLst/>
              <a:rect l="l" t="t" r="r" b="b"/>
              <a:pathLst>
                <a:path w="5182" h="2444" fill="none" extrusionOk="0">
                  <a:moveTo>
                    <a:pt x="518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181" y="2443"/>
                  </a:lnTo>
                  <a:lnTo>
                    <a:pt x="51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103"/>
            <p:cNvSpPr/>
            <p:nvPr/>
          </p:nvSpPr>
          <p:spPr>
            <a:xfrm>
              <a:off x="1626575" y="4850325"/>
              <a:ext cx="145850" cy="61100"/>
            </a:xfrm>
            <a:custGeom>
              <a:avLst/>
              <a:gdLst/>
              <a:ahLst/>
              <a:cxnLst/>
              <a:rect l="l" t="t" r="r" b="b"/>
              <a:pathLst>
                <a:path w="5834" h="2444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103"/>
            <p:cNvSpPr/>
            <p:nvPr/>
          </p:nvSpPr>
          <p:spPr>
            <a:xfrm>
              <a:off x="1807675" y="485032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5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5835" y="2443"/>
                  </a:lnTo>
                  <a:lnTo>
                    <a:pt x="58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103"/>
            <p:cNvSpPr/>
            <p:nvPr/>
          </p:nvSpPr>
          <p:spPr>
            <a:xfrm>
              <a:off x="1988800" y="485032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103"/>
            <p:cNvSpPr/>
            <p:nvPr/>
          </p:nvSpPr>
          <p:spPr>
            <a:xfrm>
              <a:off x="2169925" y="485032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103"/>
            <p:cNvSpPr/>
            <p:nvPr/>
          </p:nvSpPr>
          <p:spPr>
            <a:xfrm>
              <a:off x="2351050" y="4850325"/>
              <a:ext cx="145850" cy="61100"/>
            </a:xfrm>
            <a:custGeom>
              <a:avLst/>
              <a:gdLst/>
              <a:ahLst/>
              <a:cxnLst/>
              <a:rect l="l" t="t" r="r" b="b"/>
              <a:pathLst>
                <a:path w="5834" h="2444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5834" y="2443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103"/>
            <p:cNvSpPr/>
            <p:nvPr/>
          </p:nvSpPr>
          <p:spPr>
            <a:xfrm>
              <a:off x="2532150" y="4850325"/>
              <a:ext cx="145875" cy="61100"/>
            </a:xfrm>
            <a:custGeom>
              <a:avLst/>
              <a:gdLst/>
              <a:ahLst/>
              <a:cxnLst/>
              <a:rect l="l" t="t" r="r" b="b"/>
              <a:pathLst>
                <a:path w="5835" h="2444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5834" y="2443"/>
                  </a:lnTo>
                  <a:lnTo>
                    <a:pt x="5834" y="1369"/>
                  </a:lnTo>
                  <a:lnTo>
                    <a:pt x="5708" y="1306"/>
                  </a:lnTo>
                  <a:lnTo>
                    <a:pt x="5708" y="1306"/>
                  </a:lnTo>
                  <a:lnTo>
                    <a:pt x="5834" y="927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103"/>
            <p:cNvSpPr/>
            <p:nvPr/>
          </p:nvSpPr>
          <p:spPr>
            <a:xfrm>
              <a:off x="159130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103"/>
            <p:cNvSpPr/>
            <p:nvPr/>
          </p:nvSpPr>
          <p:spPr>
            <a:xfrm>
              <a:off x="159130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103"/>
            <p:cNvSpPr/>
            <p:nvPr/>
          </p:nvSpPr>
          <p:spPr>
            <a:xfrm>
              <a:off x="177240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103"/>
            <p:cNvSpPr/>
            <p:nvPr/>
          </p:nvSpPr>
          <p:spPr>
            <a:xfrm>
              <a:off x="177240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103"/>
            <p:cNvSpPr/>
            <p:nvPr/>
          </p:nvSpPr>
          <p:spPr>
            <a:xfrm>
              <a:off x="195352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103"/>
            <p:cNvSpPr/>
            <p:nvPr/>
          </p:nvSpPr>
          <p:spPr>
            <a:xfrm>
              <a:off x="195352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103"/>
            <p:cNvSpPr/>
            <p:nvPr/>
          </p:nvSpPr>
          <p:spPr>
            <a:xfrm>
              <a:off x="213465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103"/>
            <p:cNvSpPr/>
            <p:nvPr/>
          </p:nvSpPr>
          <p:spPr>
            <a:xfrm>
              <a:off x="213465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103"/>
            <p:cNvSpPr/>
            <p:nvPr/>
          </p:nvSpPr>
          <p:spPr>
            <a:xfrm>
              <a:off x="231577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103"/>
            <p:cNvSpPr/>
            <p:nvPr/>
          </p:nvSpPr>
          <p:spPr>
            <a:xfrm>
              <a:off x="231577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443"/>
                  </a:lnTo>
                  <a:lnTo>
                    <a:pt x="1411" y="2443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103"/>
            <p:cNvSpPr/>
            <p:nvPr/>
          </p:nvSpPr>
          <p:spPr>
            <a:xfrm>
              <a:off x="249687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1" y="0"/>
                  </a:move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103"/>
            <p:cNvSpPr/>
            <p:nvPr/>
          </p:nvSpPr>
          <p:spPr>
            <a:xfrm>
              <a:off x="2496875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443"/>
                  </a:lnTo>
                  <a:lnTo>
                    <a:pt x="1412" y="2443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103"/>
            <p:cNvSpPr/>
            <p:nvPr/>
          </p:nvSpPr>
          <p:spPr>
            <a:xfrm>
              <a:off x="2678000" y="4850325"/>
              <a:ext cx="35300" cy="61100"/>
            </a:xfrm>
            <a:custGeom>
              <a:avLst/>
              <a:gdLst/>
              <a:ahLst/>
              <a:cxnLst/>
              <a:rect l="l" t="t" r="r" b="b"/>
              <a:pathLst>
                <a:path w="1412" h="2444" extrusionOk="0">
                  <a:moveTo>
                    <a:pt x="0" y="0"/>
                  </a:moveTo>
                  <a:lnTo>
                    <a:pt x="0" y="927"/>
                  </a:lnTo>
                  <a:lnTo>
                    <a:pt x="316" y="0"/>
                  </a:lnTo>
                  <a:close/>
                  <a:moveTo>
                    <a:pt x="0" y="1369"/>
                  </a:moveTo>
                  <a:lnTo>
                    <a:pt x="0" y="2443"/>
                  </a:lnTo>
                  <a:lnTo>
                    <a:pt x="1412" y="2443"/>
                  </a:lnTo>
                  <a:lnTo>
                    <a:pt x="1412" y="2022"/>
                  </a:lnTo>
                  <a:lnTo>
                    <a:pt x="0" y="1369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103"/>
            <p:cNvSpPr/>
            <p:nvPr/>
          </p:nvSpPr>
          <p:spPr>
            <a:xfrm>
              <a:off x="2678000" y="4884550"/>
              <a:ext cx="35300" cy="26875"/>
            </a:xfrm>
            <a:custGeom>
              <a:avLst/>
              <a:gdLst/>
              <a:ahLst/>
              <a:cxnLst/>
              <a:rect l="l" t="t" r="r" b="b"/>
              <a:pathLst>
                <a:path w="1412" h="1075" fill="none" extrusionOk="0">
                  <a:moveTo>
                    <a:pt x="0" y="0"/>
                  </a:moveTo>
                  <a:lnTo>
                    <a:pt x="0" y="1074"/>
                  </a:lnTo>
                  <a:lnTo>
                    <a:pt x="1412" y="1074"/>
                  </a:lnTo>
                  <a:lnTo>
                    <a:pt x="1412" y="65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103"/>
            <p:cNvSpPr/>
            <p:nvPr/>
          </p:nvSpPr>
          <p:spPr>
            <a:xfrm>
              <a:off x="2678000" y="4850325"/>
              <a:ext cx="7925" cy="23175"/>
            </a:xfrm>
            <a:custGeom>
              <a:avLst/>
              <a:gdLst/>
              <a:ahLst/>
              <a:cxnLst/>
              <a:rect l="l" t="t" r="r" b="b"/>
              <a:pathLst>
                <a:path w="317" h="927" fill="none" extrusionOk="0">
                  <a:moveTo>
                    <a:pt x="316" y="0"/>
                  </a:moveTo>
                  <a:lnTo>
                    <a:pt x="0" y="0"/>
                  </a:lnTo>
                  <a:lnTo>
                    <a:pt x="0" y="927"/>
                  </a:lnTo>
                  <a:lnTo>
                    <a:pt x="0" y="927"/>
                  </a:lnTo>
                  <a:lnTo>
                    <a:pt x="3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103"/>
            <p:cNvSpPr/>
            <p:nvPr/>
          </p:nvSpPr>
          <p:spPr>
            <a:xfrm>
              <a:off x="1523375" y="455495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extrusionOk="0">
                  <a:moveTo>
                    <a:pt x="0" y="0"/>
                  </a:moveTo>
                  <a:lnTo>
                    <a:pt x="0" y="11815"/>
                  </a:lnTo>
                  <a:lnTo>
                    <a:pt x="52082" y="11815"/>
                  </a:lnTo>
                  <a:lnTo>
                    <a:pt x="520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103"/>
            <p:cNvSpPr/>
            <p:nvPr/>
          </p:nvSpPr>
          <p:spPr>
            <a:xfrm>
              <a:off x="1523375" y="455495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fill="none" extrusionOk="0">
                  <a:moveTo>
                    <a:pt x="0" y="0"/>
                  </a:moveTo>
                  <a:lnTo>
                    <a:pt x="52082" y="0"/>
                  </a:lnTo>
                  <a:lnTo>
                    <a:pt x="52082" y="11815"/>
                  </a:lnTo>
                  <a:lnTo>
                    <a:pt x="0" y="118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103"/>
            <p:cNvSpPr/>
            <p:nvPr/>
          </p:nvSpPr>
          <p:spPr>
            <a:xfrm>
              <a:off x="165290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0" y="1"/>
                  </a:move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103"/>
            <p:cNvSpPr/>
            <p:nvPr/>
          </p:nvSpPr>
          <p:spPr>
            <a:xfrm>
              <a:off x="165290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103"/>
            <p:cNvSpPr/>
            <p:nvPr/>
          </p:nvSpPr>
          <p:spPr>
            <a:xfrm>
              <a:off x="183400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1" y="1"/>
                  </a:move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103"/>
            <p:cNvSpPr/>
            <p:nvPr/>
          </p:nvSpPr>
          <p:spPr>
            <a:xfrm>
              <a:off x="183400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103"/>
            <p:cNvSpPr/>
            <p:nvPr/>
          </p:nvSpPr>
          <p:spPr>
            <a:xfrm>
              <a:off x="201512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1" y="1"/>
                  </a:move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103"/>
            <p:cNvSpPr/>
            <p:nvPr/>
          </p:nvSpPr>
          <p:spPr>
            <a:xfrm>
              <a:off x="201512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103"/>
            <p:cNvSpPr/>
            <p:nvPr/>
          </p:nvSpPr>
          <p:spPr>
            <a:xfrm>
              <a:off x="219625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0" y="1"/>
                  </a:move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103"/>
            <p:cNvSpPr/>
            <p:nvPr/>
          </p:nvSpPr>
          <p:spPr>
            <a:xfrm>
              <a:off x="2196250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103"/>
            <p:cNvSpPr/>
            <p:nvPr/>
          </p:nvSpPr>
          <p:spPr>
            <a:xfrm>
              <a:off x="237737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0" y="1"/>
                  </a:move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103"/>
            <p:cNvSpPr/>
            <p:nvPr/>
          </p:nvSpPr>
          <p:spPr>
            <a:xfrm>
              <a:off x="237737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604"/>
                  </a:lnTo>
                  <a:lnTo>
                    <a:pt x="1411" y="9604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103"/>
            <p:cNvSpPr/>
            <p:nvPr/>
          </p:nvSpPr>
          <p:spPr>
            <a:xfrm>
              <a:off x="255847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extrusionOk="0">
                  <a:moveTo>
                    <a:pt x="1" y="1"/>
                  </a:move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103"/>
            <p:cNvSpPr/>
            <p:nvPr/>
          </p:nvSpPr>
          <p:spPr>
            <a:xfrm>
              <a:off x="2558475" y="4610225"/>
              <a:ext cx="35300" cy="240125"/>
            </a:xfrm>
            <a:custGeom>
              <a:avLst/>
              <a:gdLst/>
              <a:ahLst/>
              <a:cxnLst/>
              <a:rect l="l" t="t" r="r" b="b"/>
              <a:pathLst>
                <a:path w="1412" h="9605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604"/>
                  </a:lnTo>
                  <a:lnTo>
                    <a:pt x="1412" y="9604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103"/>
            <p:cNvSpPr/>
            <p:nvPr/>
          </p:nvSpPr>
          <p:spPr>
            <a:xfrm>
              <a:off x="2739600" y="4610225"/>
              <a:ext cx="14775" cy="58475"/>
            </a:xfrm>
            <a:custGeom>
              <a:avLst/>
              <a:gdLst/>
              <a:ahLst/>
              <a:cxnLst/>
              <a:rect l="l" t="t" r="r" b="b"/>
              <a:pathLst>
                <a:path w="591" h="2339" extrusionOk="0">
                  <a:moveTo>
                    <a:pt x="1" y="1"/>
                  </a:moveTo>
                  <a:lnTo>
                    <a:pt x="1" y="233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103"/>
            <p:cNvSpPr/>
            <p:nvPr/>
          </p:nvSpPr>
          <p:spPr>
            <a:xfrm>
              <a:off x="2739600" y="4610225"/>
              <a:ext cx="14775" cy="58475"/>
            </a:xfrm>
            <a:custGeom>
              <a:avLst/>
              <a:gdLst/>
              <a:ahLst/>
              <a:cxnLst/>
              <a:rect l="l" t="t" r="r" b="b"/>
              <a:pathLst>
                <a:path w="591" h="2339" fill="none" extrusionOk="0">
                  <a:moveTo>
                    <a:pt x="590" y="1"/>
                  </a:moveTo>
                  <a:lnTo>
                    <a:pt x="1" y="1"/>
                  </a:lnTo>
                  <a:lnTo>
                    <a:pt x="1" y="2338"/>
                  </a:lnTo>
                  <a:lnTo>
                    <a:pt x="1" y="2338"/>
                  </a:lnTo>
                  <a:lnTo>
                    <a:pt x="59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103"/>
            <p:cNvSpPr/>
            <p:nvPr/>
          </p:nvSpPr>
          <p:spPr>
            <a:xfrm>
              <a:off x="1523375" y="4554950"/>
              <a:ext cx="1216250" cy="55300"/>
            </a:xfrm>
            <a:custGeom>
              <a:avLst/>
              <a:gdLst/>
              <a:ahLst/>
              <a:cxnLst/>
              <a:rect l="l" t="t" r="r" b="b"/>
              <a:pathLst>
                <a:path w="48650" h="2212" extrusionOk="0">
                  <a:moveTo>
                    <a:pt x="0" y="0"/>
                  </a:moveTo>
                  <a:lnTo>
                    <a:pt x="0" y="2212"/>
                  </a:lnTo>
                  <a:lnTo>
                    <a:pt x="5181" y="2212"/>
                  </a:lnTo>
                  <a:lnTo>
                    <a:pt x="5181" y="0"/>
                  </a:lnTo>
                  <a:close/>
                  <a:moveTo>
                    <a:pt x="6592" y="0"/>
                  </a:moveTo>
                  <a:lnTo>
                    <a:pt x="6592" y="2212"/>
                  </a:lnTo>
                  <a:lnTo>
                    <a:pt x="12426" y="2212"/>
                  </a:lnTo>
                  <a:lnTo>
                    <a:pt x="12426" y="0"/>
                  </a:lnTo>
                  <a:close/>
                  <a:moveTo>
                    <a:pt x="13837" y="0"/>
                  </a:moveTo>
                  <a:lnTo>
                    <a:pt x="13837" y="2212"/>
                  </a:lnTo>
                  <a:lnTo>
                    <a:pt x="19671" y="2212"/>
                  </a:lnTo>
                  <a:lnTo>
                    <a:pt x="19671" y="0"/>
                  </a:lnTo>
                  <a:close/>
                  <a:moveTo>
                    <a:pt x="21082" y="0"/>
                  </a:moveTo>
                  <a:lnTo>
                    <a:pt x="21082" y="2212"/>
                  </a:lnTo>
                  <a:lnTo>
                    <a:pt x="26915" y="2212"/>
                  </a:lnTo>
                  <a:lnTo>
                    <a:pt x="26915" y="0"/>
                  </a:lnTo>
                  <a:close/>
                  <a:moveTo>
                    <a:pt x="28326" y="0"/>
                  </a:moveTo>
                  <a:lnTo>
                    <a:pt x="28326" y="2212"/>
                  </a:lnTo>
                  <a:lnTo>
                    <a:pt x="34160" y="2212"/>
                  </a:lnTo>
                  <a:lnTo>
                    <a:pt x="34160" y="0"/>
                  </a:lnTo>
                  <a:close/>
                  <a:moveTo>
                    <a:pt x="35571" y="0"/>
                  </a:moveTo>
                  <a:lnTo>
                    <a:pt x="35571" y="2212"/>
                  </a:lnTo>
                  <a:lnTo>
                    <a:pt x="41405" y="2212"/>
                  </a:lnTo>
                  <a:lnTo>
                    <a:pt x="41405" y="0"/>
                  </a:lnTo>
                  <a:close/>
                  <a:moveTo>
                    <a:pt x="42816" y="0"/>
                  </a:moveTo>
                  <a:lnTo>
                    <a:pt x="42816" y="2212"/>
                  </a:lnTo>
                  <a:lnTo>
                    <a:pt x="48650" y="2212"/>
                  </a:lnTo>
                  <a:lnTo>
                    <a:pt x="48650" y="0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103"/>
            <p:cNvSpPr/>
            <p:nvPr/>
          </p:nvSpPr>
          <p:spPr>
            <a:xfrm>
              <a:off x="1523375" y="4554950"/>
              <a:ext cx="129550" cy="55300"/>
            </a:xfrm>
            <a:custGeom>
              <a:avLst/>
              <a:gdLst/>
              <a:ahLst/>
              <a:cxnLst/>
              <a:rect l="l" t="t" r="r" b="b"/>
              <a:pathLst>
                <a:path w="5182" h="2212" fill="none" extrusionOk="0">
                  <a:moveTo>
                    <a:pt x="5181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5181" y="2212"/>
                  </a:lnTo>
                  <a:lnTo>
                    <a:pt x="51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103"/>
            <p:cNvSpPr/>
            <p:nvPr/>
          </p:nvSpPr>
          <p:spPr>
            <a:xfrm>
              <a:off x="1688175" y="4554950"/>
              <a:ext cx="145850" cy="55300"/>
            </a:xfrm>
            <a:custGeom>
              <a:avLst/>
              <a:gdLst/>
              <a:ahLst/>
              <a:cxnLst/>
              <a:rect l="l" t="t" r="r" b="b"/>
              <a:pathLst>
                <a:path w="5834" h="2212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5834" y="221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103"/>
            <p:cNvSpPr/>
            <p:nvPr/>
          </p:nvSpPr>
          <p:spPr>
            <a:xfrm>
              <a:off x="1869275" y="4554950"/>
              <a:ext cx="145875" cy="55300"/>
            </a:xfrm>
            <a:custGeom>
              <a:avLst/>
              <a:gdLst/>
              <a:ahLst/>
              <a:cxnLst/>
              <a:rect l="l" t="t" r="r" b="b"/>
              <a:pathLst>
                <a:path w="5835" h="2212" fill="none" extrusionOk="0">
                  <a:moveTo>
                    <a:pt x="5835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5835" y="2212"/>
                  </a:lnTo>
                  <a:lnTo>
                    <a:pt x="58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103"/>
            <p:cNvSpPr/>
            <p:nvPr/>
          </p:nvSpPr>
          <p:spPr>
            <a:xfrm>
              <a:off x="2050400" y="4554950"/>
              <a:ext cx="145875" cy="55300"/>
            </a:xfrm>
            <a:custGeom>
              <a:avLst/>
              <a:gdLst/>
              <a:ahLst/>
              <a:cxnLst/>
              <a:rect l="l" t="t" r="r" b="b"/>
              <a:pathLst>
                <a:path w="5835" h="2212" fill="none" extrusionOk="0">
                  <a:moveTo>
                    <a:pt x="5834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5834" y="221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103"/>
            <p:cNvSpPr/>
            <p:nvPr/>
          </p:nvSpPr>
          <p:spPr>
            <a:xfrm>
              <a:off x="2231525" y="4554950"/>
              <a:ext cx="145875" cy="55300"/>
            </a:xfrm>
            <a:custGeom>
              <a:avLst/>
              <a:gdLst/>
              <a:ahLst/>
              <a:cxnLst/>
              <a:rect l="l" t="t" r="r" b="b"/>
              <a:pathLst>
                <a:path w="5835" h="2212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5834" y="221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103"/>
            <p:cNvSpPr/>
            <p:nvPr/>
          </p:nvSpPr>
          <p:spPr>
            <a:xfrm>
              <a:off x="2412650" y="4554950"/>
              <a:ext cx="145850" cy="55300"/>
            </a:xfrm>
            <a:custGeom>
              <a:avLst/>
              <a:gdLst/>
              <a:ahLst/>
              <a:cxnLst/>
              <a:rect l="l" t="t" r="r" b="b"/>
              <a:pathLst>
                <a:path w="5834" h="2212" fill="none" extrusionOk="0">
                  <a:moveTo>
                    <a:pt x="5834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5834" y="2212"/>
                  </a:lnTo>
                  <a:lnTo>
                    <a:pt x="58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103"/>
            <p:cNvSpPr/>
            <p:nvPr/>
          </p:nvSpPr>
          <p:spPr>
            <a:xfrm>
              <a:off x="2593750" y="4554950"/>
              <a:ext cx="145875" cy="55300"/>
            </a:xfrm>
            <a:custGeom>
              <a:avLst/>
              <a:gdLst/>
              <a:ahLst/>
              <a:cxnLst/>
              <a:rect l="l" t="t" r="r" b="b"/>
              <a:pathLst>
                <a:path w="5835" h="2212" fill="none" extrusionOk="0">
                  <a:moveTo>
                    <a:pt x="5835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5835" y="2212"/>
                  </a:lnTo>
                  <a:lnTo>
                    <a:pt x="58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103"/>
            <p:cNvSpPr/>
            <p:nvPr/>
          </p:nvSpPr>
          <p:spPr>
            <a:xfrm>
              <a:off x="165290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0" y="0"/>
                  </a:move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103"/>
            <p:cNvSpPr/>
            <p:nvPr/>
          </p:nvSpPr>
          <p:spPr>
            <a:xfrm>
              <a:off x="165290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103"/>
            <p:cNvSpPr/>
            <p:nvPr/>
          </p:nvSpPr>
          <p:spPr>
            <a:xfrm>
              <a:off x="183400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1" y="0"/>
                  </a:move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103"/>
            <p:cNvSpPr/>
            <p:nvPr/>
          </p:nvSpPr>
          <p:spPr>
            <a:xfrm>
              <a:off x="183400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103"/>
            <p:cNvSpPr/>
            <p:nvPr/>
          </p:nvSpPr>
          <p:spPr>
            <a:xfrm>
              <a:off x="201512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1" y="0"/>
                  </a:move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103"/>
            <p:cNvSpPr/>
            <p:nvPr/>
          </p:nvSpPr>
          <p:spPr>
            <a:xfrm>
              <a:off x="201512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103"/>
            <p:cNvSpPr/>
            <p:nvPr/>
          </p:nvSpPr>
          <p:spPr>
            <a:xfrm>
              <a:off x="219625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0" y="0"/>
                  </a:move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103"/>
            <p:cNvSpPr/>
            <p:nvPr/>
          </p:nvSpPr>
          <p:spPr>
            <a:xfrm>
              <a:off x="2196250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103"/>
            <p:cNvSpPr/>
            <p:nvPr/>
          </p:nvSpPr>
          <p:spPr>
            <a:xfrm>
              <a:off x="237737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0" y="0"/>
                  </a:move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103"/>
            <p:cNvSpPr/>
            <p:nvPr/>
          </p:nvSpPr>
          <p:spPr>
            <a:xfrm>
              <a:off x="237737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1" y="0"/>
                  </a:moveTo>
                  <a:lnTo>
                    <a:pt x="0" y="0"/>
                  </a:lnTo>
                  <a:lnTo>
                    <a:pt x="0" y="2212"/>
                  </a:lnTo>
                  <a:lnTo>
                    <a:pt x="1411" y="2212"/>
                  </a:lnTo>
                  <a:lnTo>
                    <a:pt x="14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103"/>
            <p:cNvSpPr/>
            <p:nvPr/>
          </p:nvSpPr>
          <p:spPr>
            <a:xfrm>
              <a:off x="255847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extrusionOk="0">
                  <a:moveTo>
                    <a:pt x="1" y="0"/>
                  </a:move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103"/>
            <p:cNvSpPr/>
            <p:nvPr/>
          </p:nvSpPr>
          <p:spPr>
            <a:xfrm>
              <a:off x="2558475" y="4554950"/>
              <a:ext cx="35300" cy="55300"/>
            </a:xfrm>
            <a:custGeom>
              <a:avLst/>
              <a:gdLst/>
              <a:ahLst/>
              <a:cxnLst/>
              <a:rect l="l" t="t" r="r" b="b"/>
              <a:pathLst>
                <a:path w="1412" h="2212" fill="none" extrusionOk="0">
                  <a:moveTo>
                    <a:pt x="1412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1412" y="2212"/>
                  </a:lnTo>
                  <a:lnTo>
                    <a:pt x="14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103"/>
            <p:cNvSpPr/>
            <p:nvPr/>
          </p:nvSpPr>
          <p:spPr>
            <a:xfrm>
              <a:off x="2739600" y="4554950"/>
              <a:ext cx="27925" cy="55300"/>
            </a:xfrm>
            <a:custGeom>
              <a:avLst/>
              <a:gdLst/>
              <a:ahLst/>
              <a:cxnLst/>
              <a:rect l="l" t="t" r="r" b="b"/>
              <a:pathLst>
                <a:path w="1117" h="2212" extrusionOk="0">
                  <a:moveTo>
                    <a:pt x="1" y="0"/>
                  </a:moveTo>
                  <a:lnTo>
                    <a:pt x="1" y="2212"/>
                  </a:lnTo>
                  <a:lnTo>
                    <a:pt x="590" y="2212"/>
                  </a:lnTo>
                  <a:lnTo>
                    <a:pt x="1117" y="0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103"/>
            <p:cNvSpPr/>
            <p:nvPr/>
          </p:nvSpPr>
          <p:spPr>
            <a:xfrm>
              <a:off x="2739600" y="4554950"/>
              <a:ext cx="27925" cy="55300"/>
            </a:xfrm>
            <a:custGeom>
              <a:avLst/>
              <a:gdLst/>
              <a:ahLst/>
              <a:cxnLst/>
              <a:rect l="l" t="t" r="r" b="b"/>
              <a:pathLst>
                <a:path w="1117" h="2212" fill="none" extrusionOk="0">
                  <a:moveTo>
                    <a:pt x="1117" y="0"/>
                  </a:moveTo>
                  <a:lnTo>
                    <a:pt x="1" y="0"/>
                  </a:lnTo>
                  <a:lnTo>
                    <a:pt x="1" y="2212"/>
                  </a:lnTo>
                  <a:lnTo>
                    <a:pt x="590" y="2212"/>
                  </a:lnTo>
                  <a:lnTo>
                    <a:pt x="590" y="2212"/>
                  </a:lnTo>
                  <a:lnTo>
                    <a:pt x="11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103"/>
            <p:cNvSpPr/>
            <p:nvPr/>
          </p:nvSpPr>
          <p:spPr>
            <a:xfrm>
              <a:off x="1443350" y="425905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extrusionOk="0">
                  <a:moveTo>
                    <a:pt x="0" y="1"/>
                  </a:moveTo>
                  <a:lnTo>
                    <a:pt x="0" y="11815"/>
                  </a:lnTo>
                  <a:lnTo>
                    <a:pt x="52082" y="11815"/>
                  </a:lnTo>
                  <a:lnTo>
                    <a:pt x="5208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103"/>
            <p:cNvSpPr/>
            <p:nvPr/>
          </p:nvSpPr>
          <p:spPr>
            <a:xfrm>
              <a:off x="1443350" y="4259050"/>
              <a:ext cx="1302075" cy="295400"/>
            </a:xfrm>
            <a:custGeom>
              <a:avLst/>
              <a:gdLst/>
              <a:ahLst/>
              <a:cxnLst/>
              <a:rect l="l" t="t" r="r" b="b"/>
              <a:pathLst>
                <a:path w="52083" h="11816" fill="none" extrusionOk="0">
                  <a:moveTo>
                    <a:pt x="0" y="1"/>
                  </a:moveTo>
                  <a:lnTo>
                    <a:pt x="52082" y="1"/>
                  </a:lnTo>
                  <a:lnTo>
                    <a:pt x="52082" y="11815"/>
                  </a:lnTo>
                  <a:lnTo>
                    <a:pt x="0" y="1181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103"/>
            <p:cNvSpPr/>
            <p:nvPr/>
          </p:nvSpPr>
          <p:spPr>
            <a:xfrm>
              <a:off x="15728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0" y="1"/>
                  </a:move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103"/>
            <p:cNvSpPr/>
            <p:nvPr/>
          </p:nvSpPr>
          <p:spPr>
            <a:xfrm>
              <a:off x="15728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103"/>
            <p:cNvSpPr/>
            <p:nvPr/>
          </p:nvSpPr>
          <p:spPr>
            <a:xfrm>
              <a:off x="17539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1" y="1"/>
                  </a:move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103"/>
            <p:cNvSpPr/>
            <p:nvPr/>
          </p:nvSpPr>
          <p:spPr>
            <a:xfrm>
              <a:off x="17539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103"/>
            <p:cNvSpPr/>
            <p:nvPr/>
          </p:nvSpPr>
          <p:spPr>
            <a:xfrm>
              <a:off x="1935100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0" y="1"/>
                  </a:move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103"/>
            <p:cNvSpPr/>
            <p:nvPr/>
          </p:nvSpPr>
          <p:spPr>
            <a:xfrm>
              <a:off x="1935100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103"/>
            <p:cNvSpPr/>
            <p:nvPr/>
          </p:nvSpPr>
          <p:spPr>
            <a:xfrm>
              <a:off x="211622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0" y="1"/>
                  </a:move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103"/>
            <p:cNvSpPr/>
            <p:nvPr/>
          </p:nvSpPr>
          <p:spPr>
            <a:xfrm>
              <a:off x="211622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103"/>
            <p:cNvSpPr/>
            <p:nvPr/>
          </p:nvSpPr>
          <p:spPr>
            <a:xfrm>
              <a:off x="229732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1" y="1"/>
                  </a:move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103"/>
            <p:cNvSpPr/>
            <p:nvPr/>
          </p:nvSpPr>
          <p:spPr>
            <a:xfrm>
              <a:off x="229732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103"/>
            <p:cNvSpPr/>
            <p:nvPr/>
          </p:nvSpPr>
          <p:spPr>
            <a:xfrm>
              <a:off x="2478450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1" y="1"/>
                  </a:move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103"/>
            <p:cNvSpPr/>
            <p:nvPr/>
          </p:nvSpPr>
          <p:spPr>
            <a:xfrm>
              <a:off x="2478450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9583"/>
                  </a:lnTo>
                  <a:lnTo>
                    <a:pt x="1412" y="958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103"/>
            <p:cNvSpPr/>
            <p:nvPr/>
          </p:nvSpPr>
          <p:spPr>
            <a:xfrm>
              <a:off x="26595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extrusionOk="0">
                  <a:moveTo>
                    <a:pt x="0" y="1"/>
                  </a:move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C28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103"/>
            <p:cNvSpPr/>
            <p:nvPr/>
          </p:nvSpPr>
          <p:spPr>
            <a:xfrm>
              <a:off x="2659575" y="4314850"/>
              <a:ext cx="35300" cy="239600"/>
            </a:xfrm>
            <a:custGeom>
              <a:avLst/>
              <a:gdLst/>
              <a:ahLst/>
              <a:cxnLst/>
              <a:rect l="l" t="t" r="r" b="b"/>
              <a:pathLst>
                <a:path w="1412" h="9584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9583"/>
                  </a:lnTo>
                  <a:lnTo>
                    <a:pt x="1411" y="958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103"/>
            <p:cNvSpPr/>
            <p:nvPr/>
          </p:nvSpPr>
          <p:spPr>
            <a:xfrm>
              <a:off x="1443350" y="4259050"/>
              <a:ext cx="1302075" cy="55825"/>
            </a:xfrm>
            <a:custGeom>
              <a:avLst/>
              <a:gdLst/>
              <a:ahLst/>
              <a:cxnLst/>
              <a:rect l="l" t="t" r="r" b="b"/>
              <a:pathLst>
                <a:path w="52083" h="2233" extrusionOk="0">
                  <a:moveTo>
                    <a:pt x="0" y="1"/>
                  </a:moveTo>
                  <a:lnTo>
                    <a:pt x="0" y="2233"/>
                  </a:lnTo>
                  <a:lnTo>
                    <a:pt x="5181" y="2233"/>
                  </a:lnTo>
                  <a:lnTo>
                    <a:pt x="5181" y="1"/>
                  </a:lnTo>
                  <a:close/>
                  <a:moveTo>
                    <a:pt x="6592" y="1"/>
                  </a:moveTo>
                  <a:lnTo>
                    <a:pt x="6592" y="2233"/>
                  </a:lnTo>
                  <a:lnTo>
                    <a:pt x="12426" y="2233"/>
                  </a:lnTo>
                  <a:lnTo>
                    <a:pt x="12426" y="1"/>
                  </a:lnTo>
                  <a:close/>
                  <a:moveTo>
                    <a:pt x="13837" y="1"/>
                  </a:moveTo>
                  <a:lnTo>
                    <a:pt x="13837" y="2233"/>
                  </a:lnTo>
                  <a:lnTo>
                    <a:pt x="19670" y="2233"/>
                  </a:lnTo>
                  <a:lnTo>
                    <a:pt x="19670" y="1"/>
                  </a:lnTo>
                  <a:close/>
                  <a:moveTo>
                    <a:pt x="21081" y="1"/>
                  </a:moveTo>
                  <a:lnTo>
                    <a:pt x="21081" y="2233"/>
                  </a:lnTo>
                  <a:lnTo>
                    <a:pt x="26915" y="2233"/>
                  </a:lnTo>
                  <a:lnTo>
                    <a:pt x="26915" y="1"/>
                  </a:lnTo>
                  <a:close/>
                  <a:moveTo>
                    <a:pt x="28326" y="1"/>
                  </a:moveTo>
                  <a:lnTo>
                    <a:pt x="28326" y="2233"/>
                  </a:lnTo>
                  <a:lnTo>
                    <a:pt x="34160" y="2233"/>
                  </a:lnTo>
                  <a:lnTo>
                    <a:pt x="34160" y="1"/>
                  </a:lnTo>
                  <a:close/>
                  <a:moveTo>
                    <a:pt x="35571" y="1"/>
                  </a:moveTo>
                  <a:lnTo>
                    <a:pt x="35571" y="2233"/>
                  </a:lnTo>
                  <a:lnTo>
                    <a:pt x="41405" y="2233"/>
                  </a:lnTo>
                  <a:lnTo>
                    <a:pt x="41405" y="1"/>
                  </a:lnTo>
                  <a:close/>
                  <a:moveTo>
                    <a:pt x="42816" y="1"/>
                  </a:moveTo>
                  <a:lnTo>
                    <a:pt x="42816" y="2233"/>
                  </a:lnTo>
                  <a:lnTo>
                    <a:pt x="48649" y="2233"/>
                  </a:lnTo>
                  <a:lnTo>
                    <a:pt x="48649" y="1"/>
                  </a:lnTo>
                  <a:close/>
                  <a:moveTo>
                    <a:pt x="50060" y="1"/>
                  </a:moveTo>
                  <a:lnTo>
                    <a:pt x="50060" y="2233"/>
                  </a:lnTo>
                  <a:lnTo>
                    <a:pt x="52082" y="2233"/>
                  </a:lnTo>
                  <a:lnTo>
                    <a:pt x="52082" y="1"/>
                  </a:lnTo>
                  <a:close/>
                </a:path>
              </a:pathLst>
            </a:custGeom>
            <a:solidFill>
              <a:srgbClr val="DD9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103"/>
            <p:cNvSpPr/>
            <p:nvPr/>
          </p:nvSpPr>
          <p:spPr>
            <a:xfrm>
              <a:off x="1443350" y="4259050"/>
              <a:ext cx="129550" cy="55825"/>
            </a:xfrm>
            <a:custGeom>
              <a:avLst/>
              <a:gdLst/>
              <a:ahLst/>
              <a:cxnLst/>
              <a:rect l="l" t="t" r="r" b="b"/>
              <a:pathLst>
                <a:path w="5182" h="2233" fill="none" extrusionOk="0">
                  <a:moveTo>
                    <a:pt x="5181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5181" y="2233"/>
                  </a:lnTo>
                  <a:lnTo>
                    <a:pt x="51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103"/>
            <p:cNvSpPr/>
            <p:nvPr/>
          </p:nvSpPr>
          <p:spPr>
            <a:xfrm>
              <a:off x="1608150" y="4259050"/>
              <a:ext cx="145850" cy="55825"/>
            </a:xfrm>
            <a:custGeom>
              <a:avLst/>
              <a:gdLst/>
              <a:ahLst/>
              <a:cxnLst/>
              <a:rect l="l" t="t" r="r" b="b"/>
              <a:pathLst>
                <a:path w="5834" h="2233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5834" y="223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103"/>
            <p:cNvSpPr/>
            <p:nvPr/>
          </p:nvSpPr>
          <p:spPr>
            <a:xfrm>
              <a:off x="1789250" y="4259050"/>
              <a:ext cx="145875" cy="55825"/>
            </a:xfrm>
            <a:custGeom>
              <a:avLst/>
              <a:gdLst/>
              <a:ahLst/>
              <a:cxnLst/>
              <a:rect l="l" t="t" r="r" b="b"/>
              <a:pathLst>
                <a:path w="5835" h="2233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5834" y="223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103"/>
            <p:cNvSpPr/>
            <p:nvPr/>
          </p:nvSpPr>
          <p:spPr>
            <a:xfrm>
              <a:off x="1970375" y="4259050"/>
              <a:ext cx="145875" cy="55825"/>
            </a:xfrm>
            <a:custGeom>
              <a:avLst/>
              <a:gdLst/>
              <a:ahLst/>
              <a:cxnLst/>
              <a:rect l="l" t="t" r="r" b="b"/>
              <a:pathLst>
                <a:path w="5835" h="2233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5834" y="223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103"/>
            <p:cNvSpPr/>
            <p:nvPr/>
          </p:nvSpPr>
          <p:spPr>
            <a:xfrm>
              <a:off x="2151500" y="4259050"/>
              <a:ext cx="145850" cy="55825"/>
            </a:xfrm>
            <a:custGeom>
              <a:avLst/>
              <a:gdLst/>
              <a:ahLst/>
              <a:cxnLst/>
              <a:rect l="l" t="t" r="r" b="b"/>
              <a:pathLst>
                <a:path w="5834" h="2233" fill="none" extrusionOk="0">
                  <a:moveTo>
                    <a:pt x="5834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5834" y="223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103"/>
            <p:cNvSpPr/>
            <p:nvPr/>
          </p:nvSpPr>
          <p:spPr>
            <a:xfrm>
              <a:off x="2332600" y="4259050"/>
              <a:ext cx="145875" cy="55825"/>
            </a:xfrm>
            <a:custGeom>
              <a:avLst/>
              <a:gdLst/>
              <a:ahLst/>
              <a:cxnLst/>
              <a:rect l="l" t="t" r="r" b="b"/>
              <a:pathLst>
                <a:path w="5835" h="2233" fill="none" extrusionOk="0">
                  <a:moveTo>
                    <a:pt x="5835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5835" y="2233"/>
                  </a:lnTo>
                  <a:lnTo>
                    <a:pt x="583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103"/>
            <p:cNvSpPr/>
            <p:nvPr/>
          </p:nvSpPr>
          <p:spPr>
            <a:xfrm>
              <a:off x="2513725" y="4259050"/>
              <a:ext cx="145875" cy="55825"/>
            </a:xfrm>
            <a:custGeom>
              <a:avLst/>
              <a:gdLst/>
              <a:ahLst/>
              <a:cxnLst/>
              <a:rect l="l" t="t" r="r" b="b"/>
              <a:pathLst>
                <a:path w="5835" h="2233" fill="none" extrusionOk="0">
                  <a:moveTo>
                    <a:pt x="5834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5834" y="2233"/>
                  </a:lnTo>
                  <a:lnTo>
                    <a:pt x="58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103"/>
            <p:cNvSpPr/>
            <p:nvPr/>
          </p:nvSpPr>
          <p:spPr>
            <a:xfrm>
              <a:off x="2694850" y="4259050"/>
              <a:ext cx="50575" cy="55825"/>
            </a:xfrm>
            <a:custGeom>
              <a:avLst/>
              <a:gdLst/>
              <a:ahLst/>
              <a:cxnLst/>
              <a:rect l="l" t="t" r="r" b="b"/>
              <a:pathLst>
                <a:path w="2023" h="2233" fill="none" extrusionOk="0">
                  <a:moveTo>
                    <a:pt x="2022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2022" y="2233"/>
                  </a:lnTo>
                  <a:lnTo>
                    <a:pt x="20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103"/>
            <p:cNvSpPr/>
            <p:nvPr/>
          </p:nvSpPr>
          <p:spPr>
            <a:xfrm>
              <a:off x="15728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0" y="1"/>
                  </a:move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103"/>
            <p:cNvSpPr/>
            <p:nvPr/>
          </p:nvSpPr>
          <p:spPr>
            <a:xfrm>
              <a:off x="15728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103"/>
            <p:cNvSpPr/>
            <p:nvPr/>
          </p:nvSpPr>
          <p:spPr>
            <a:xfrm>
              <a:off x="17539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1" y="1"/>
                  </a:move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103"/>
            <p:cNvSpPr/>
            <p:nvPr/>
          </p:nvSpPr>
          <p:spPr>
            <a:xfrm>
              <a:off x="17539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103"/>
            <p:cNvSpPr/>
            <p:nvPr/>
          </p:nvSpPr>
          <p:spPr>
            <a:xfrm>
              <a:off x="1935100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0" y="1"/>
                  </a:move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103"/>
            <p:cNvSpPr/>
            <p:nvPr/>
          </p:nvSpPr>
          <p:spPr>
            <a:xfrm>
              <a:off x="1935100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103"/>
            <p:cNvSpPr/>
            <p:nvPr/>
          </p:nvSpPr>
          <p:spPr>
            <a:xfrm>
              <a:off x="211622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0" y="1"/>
                  </a:move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103"/>
            <p:cNvSpPr/>
            <p:nvPr/>
          </p:nvSpPr>
          <p:spPr>
            <a:xfrm>
              <a:off x="211622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103"/>
            <p:cNvSpPr/>
            <p:nvPr/>
          </p:nvSpPr>
          <p:spPr>
            <a:xfrm>
              <a:off x="229732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1" y="1"/>
                  </a:move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103"/>
            <p:cNvSpPr/>
            <p:nvPr/>
          </p:nvSpPr>
          <p:spPr>
            <a:xfrm>
              <a:off x="229732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103"/>
            <p:cNvSpPr/>
            <p:nvPr/>
          </p:nvSpPr>
          <p:spPr>
            <a:xfrm>
              <a:off x="2478450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1" y="1"/>
                  </a:move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103"/>
            <p:cNvSpPr/>
            <p:nvPr/>
          </p:nvSpPr>
          <p:spPr>
            <a:xfrm>
              <a:off x="2478450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2" y="1"/>
                  </a:moveTo>
                  <a:lnTo>
                    <a:pt x="1" y="1"/>
                  </a:lnTo>
                  <a:lnTo>
                    <a:pt x="1" y="2233"/>
                  </a:lnTo>
                  <a:lnTo>
                    <a:pt x="1412" y="2233"/>
                  </a:lnTo>
                  <a:lnTo>
                    <a:pt x="14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103"/>
            <p:cNvSpPr/>
            <p:nvPr/>
          </p:nvSpPr>
          <p:spPr>
            <a:xfrm>
              <a:off x="26595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extrusionOk="0">
                  <a:moveTo>
                    <a:pt x="0" y="1"/>
                  </a:move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B17E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103"/>
            <p:cNvSpPr/>
            <p:nvPr/>
          </p:nvSpPr>
          <p:spPr>
            <a:xfrm>
              <a:off x="2659575" y="4259050"/>
              <a:ext cx="35300" cy="55825"/>
            </a:xfrm>
            <a:custGeom>
              <a:avLst/>
              <a:gdLst/>
              <a:ahLst/>
              <a:cxnLst/>
              <a:rect l="l" t="t" r="r" b="b"/>
              <a:pathLst>
                <a:path w="1412" h="2233" fill="none" extrusionOk="0">
                  <a:moveTo>
                    <a:pt x="1411" y="1"/>
                  </a:moveTo>
                  <a:lnTo>
                    <a:pt x="0" y="1"/>
                  </a:lnTo>
                  <a:lnTo>
                    <a:pt x="0" y="2233"/>
                  </a:lnTo>
                  <a:lnTo>
                    <a:pt x="1411" y="2233"/>
                  </a:lnTo>
                  <a:lnTo>
                    <a:pt x="14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103"/>
            <p:cNvSpPr/>
            <p:nvPr/>
          </p:nvSpPr>
          <p:spPr>
            <a:xfrm>
              <a:off x="5321050" y="4111100"/>
              <a:ext cx="285400" cy="1042500"/>
            </a:xfrm>
            <a:custGeom>
              <a:avLst/>
              <a:gdLst/>
              <a:ahLst/>
              <a:cxnLst/>
              <a:rect l="l" t="t" r="r" b="b"/>
              <a:pathLst>
                <a:path w="11416" h="41700" extrusionOk="0">
                  <a:moveTo>
                    <a:pt x="1" y="1"/>
                  </a:moveTo>
                  <a:lnTo>
                    <a:pt x="1" y="41700"/>
                  </a:lnTo>
                  <a:lnTo>
                    <a:pt x="11416" y="41700"/>
                  </a:lnTo>
                  <a:lnTo>
                    <a:pt x="114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103"/>
            <p:cNvSpPr/>
            <p:nvPr/>
          </p:nvSpPr>
          <p:spPr>
            <a:xfrm>
              <a:off x="5321050" y="4111100"/>
              <a:ext cx="285400" cy="1042500"/>
            </a:xfrm>
            <a:custGeom>
              <a:avLst/>
              <a:gdLst/>
              <a:ahLst/>
              <a:cxnLst/>
              <a:rect l="l" t="t" r="r" b="b"/>
              <a:pathLst>
                <a:path w="11416" h="41700" fill="none" extrusionOk="0">
                  <a:moveTo>
                    <a:pt x="1" y="1"/>
                  </a:moveTo>
                  <a:lnTo>
                    <a:pt x="11416" y="1"/>
                  </a:lnTo>
                  <a:lnTo>
                    <a:pt x="11416" y="41700"/>
                  </a:lnTo>
                  <a:lnTo>
                    <a:pt x="1" y="4170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103"/>
            <p:cNvSpPr/>
            <p:nvPr/>
          </p:nvSpPr>
          <p:spPr>
            <a:xfrm>
              <a:off x="5321050" y="4388575"/>
              <a:ext cx="285400" cy="497050"/>
            </a:xfrm>
            <a:custGeom>
              <a:avLst/>
              <a:gdLst/>
              <a:ahLst/>
              <a:cxnLst/>
              <a:rect l="l" t="t" r="r" b="b"/>
              <a:pathLst>
                <a:path w="11416" h="19882" extrusionOk="0">
                  <a:moveTo>
                    <a:pt x="11416" y="0"/>
                  </a:moveTo>
                  <a:lnTo>
                    <a:pt x="1" y="10762"/>
                  </a:lnTo>
                  <a:lnTo>
                    <a:pt x="1" y="19881"/>
                  </a:lnTo>
                  <a:lnTo>
                    <a:pt x="11416" y="8467"/>
                  </a:lnTo>
                  <a:lnTo>
                    <a:pt x="11416" y="0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103"/>
            <p:cNvSpPr/>
            <p:nvPr/>
          </p:nvSpPr>
          <p:spPr>
            <a:xfrm>
              <a:off x="5321050" y="4388575"/>
              <a:ext cx="285400" cy="497050"/>
            </a:xfrm>
            <a:custGeom>
              <a:avLst/>
              <a:gdLst/>
              <a:ahLst/>
              <a:cxnLst/>
              <a:rect l="l" t="t" r="r" b="b"/>
              <a:pathLst>
                <a:path w="11416" h="19882" fill="none" extrusionOk="0">
                  <a:moveTo>
                    <a:pt x="11416" y="0"/>
                  </a:moveTo>
                  <a:lnTo>
                    <a:pt x="1" y="10762"/>
                  </a:lnTo>
                  <a:lnTo>
                    <a:pt x="1" y="19881"/>
                  </a:lnTo>
                  <a:lnTo>
                    <a:pt x="11416" y="8467"/>
                  </a:lnTo>
                  <a:lnTo>
                    <a:pt x="114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103"/>
            <p:cNvSpPr/>
            <p:nvPr/>
          </p:nvSpPr>
          <p:spPr>
            <a:xfrm>
              <a:off x="5321050" y="4233250"/>
              <a:ext cx="285400" cy="321725"/>
            </a:xfrm>
            <a:custGeom>
              <a:avLst/>
              <a:gdLst/>
              <a:ahLst/>
              <a:cxnLst/>
              <a:rect l="l" t="t" r="r" b="b"/>
              <a:pathLst>
                <a:path w="11416" h="12869" extrusionOk="0">
                  <a:moveTo>
                    <a:pt x="11416" y="1"/>
                  </a:moveTo>
                  <a:lnTo>
                    <a:pt x="1" y="11415"/>
                  </a:lnTo>
                  <a:lnTo>
                    <a:pt x="1" y="12868"/>
                  </a:lnTo>
                  <a:lnTo>
                    <a:pt x="11416" y="1433"/>
                  </a:lnTo>
                  <a:lnTo>
                    <a:pt x="11416" y="1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103"/>
            <p:cNvSpPr/>
            <p:nvPr/>
          </p:nvSpPr>
          <p:spPr>
            <a:xfrm>
              <a:off x="5321050" y="4233250"/>
              <a:ext cx="285400" cy="321725"/>
            </a:xfrm>
            <a:custGeom>
              <a:avLst/>
              <a:gdLst/>
              <a:ahLst/>
              <a:cxnLst/>
              <a:rect l="l" t="t" r="r" b="b"/>
              <a:pathLst>
                <a:path w="11416" h="12869" fill="none" extrusionOk="0">
                  <a:moveTo>
                    <a:pt x="11416" y="1"/>
                  </a:moveTo>
                  <a:lnTo>
                    <a:pt x="1" y="11415"/>
                  </a:lnTo>
                  <a:lnTo>
                    <a:pt x="1" y="12868"/>
                  </a:lnTo>
                  <a:lnTo>
                    <a:pt x="11416" y="1433"/>
                  </a:lnTo>
                  <a:lnTo>
                    <a:pt x="1141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103"/>
            <p:cNvSpPr/>
            <p:nvPr/>
          </p:nvSpPr>
          <p:spPr>
            <a:xfrm>
              <a:off x="5672250" y="4447025"/>
              <a:ext cx="285375" cy="706575"/>
            </a:xfrm>
            <a:custGeom>
              <a:avLst/>
              <a:gdLst/>
              <a:ahLst/>
              <a:cxnLst/>
              <a:rect l="l" t="t" r="r" b="b"/>
              <a:pathLst>
                <a:path w="11415" h="28263" extrusionOk="0">
                  <a:moveTo>
                    <a:pt x="0" y="0"/>
                  </a:moveTo>
                  <a:lnTo>
                    <a:pt x="0" y="28263"/>
                  </a:lnTo>
                  <a:lnTo>
                    <a:pt x="11415" y="28263"/>
                  </a:lnTo>
                  <a:lnTo>
                    <a:pt x="11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103"/>
            <p:cNvSpPr/>
            <p:nvPr/>
          </p:nvSpPr>
          <p:spPr>
            <a:xfrm>
              <a:off x="5672250" y="4447025"/>
              <a:ext cx="285375" cy="706575"/>
            </a:xfrm>
            <a:custGeom>
              <a:avLst/>
              <a:gdLst/>
              <a:ahLst/>
              <a:cxnLst/>
              <a:rect l="l" t="t" r="r" b="b"/>
              <a:pathLst>
                <a:path w="11415" h="28263" fill="none" extrusionOk="0">
                  <a:moveTo>
                    <a:pt x="0" y="0"/>
                  </a:moveTo>
                  <a:lnTo>
                    <a:pt x="11415" y="0"/>
                  </a:lnTo>
                  <a:lnTo>
                    <a:pt x="11415" y="28263"/>
                  </a:lnTo>
                  <a:lnTo>
                    <a:pt x="0" y="2826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103"/>
            <p:cNvSpPr/>
            <p:nvPr/>
          </p:nvSpPr>
          <p:spPr>
            <a:xfrm>
              <a:off x="5672250" y="4654975"/>
              <a:ext cx="285375" cy="495475"/>
            </a:xfrm>
            <a:custGeom>
              <a:avLst/>
              <a:gdLst/>
              <a:ahLst/>
              <a:cxnLst/>
              <a:rect l="l" t="t" r="r" b="b"/>
              <a:pathLst>
                <a:path w="11415" h="19819" extrusionOk="0">
                  <a:moveTo>
                    <a:pt x="11415" y="1"/>
                  </a:moveTo>
                  <a:lnTo>
                    <a:pt x="0" y="10784"/>
                  </a:lnTo>
                  <a:lnTo>
                    <a:pt x="0" y="19819"/>
                  </a:lnTo>
                  <a:lnTo>
                    <a:pt x="11415" y="8404"/>
                  </a:lnTo>
                  <a:lnTo>
                    <a:pt x="11415" y="1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103"/>
            <p:cNvSpPr/>
            <p:nvPr/>
          </p:nvSpPr>
          <p:spPr>
            <a:xfrm>
              <a:off x="5672250" y="4654975"/>
              <a:ext cx="285375" cy="495475"/>
            </a:xfrm>
            <a:custGeom>
              <a:avLst/>
              <a:gdLst/>
              <a:ahLst/>
              <a:cxnLst/>
              <a:rect l="l" t="t" r="r" b="b"/>
              <a:pathLst>
                <a:path w="11415" h="19819" fill="none" extrusionOk="0">
                  <a:moveTo>
                    <a:pt x="11415" y="1"/>
                  </a:moveTo>
                  <a:lnTo>
                    <a:pt x="0" y="10784"/>
                  </a:lnTo>
                  <a:lnTo>
                    <a:pt x="0" y="19819"/>
                  </a:lnTo>
                  <a:lnTo>
                    <a:pt x="11415" y="8404"/>
                  </a:lnTo>
                  <a:lnTo>
                    <a:pt x="11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103"/>
            <p:cNvSpPr/>
            <p:nvPr/>
          </p:nvSpPr>
          <p:spPr>
            <a:xfrm>
              <a:off x="5672250" y="4556525"/>
              <a:ext cx="285375" cy="325400"/>
            </a:xfrm>
            <a:custGeom>
              <a:avLst/>
              <a:gdLst/>
              <a:ahLst/>
              <a:cxnLst/>
              <a:rect l="l" t="t" r="r" b="b"/>
              <a:pathLst>
                <a:path w="11415" h="13016" extrusionOk="0">
                  <a:moveTo>
                    <a:pt x="11415" y="1"/>
                  </a:moveTo>
                  <a:lnTo>
                    <a:pt x="0" y="11394"/>
                  </a:lnTo>
                  <a:lnTo>
                    <a:pt x="0" y="13016"/>
                  </a:lnTo>
                  <a:lnTo>
                    <a:pt x="11415" y="1601"/>
                  </a:lnTo>
                  <a:lnTo>
                    <a:pt x="11415" y="1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103"/>
            <p:cNvSpPr/>
            <p:nvPr/>
          </p:nvSpPr>
          <p:spPr>
            <a:xfrm>
              <a:off x="5672250" y="4556525"/>
              <a:ext cx="285375" cy="325400"/>
            </a:xfrm>
            <a:custGeom>
              <a:avLst/>
              <a:gdLst/>
              <a:ahLst/>
              <a:cxnLst/>
              <a:rect l="l" t="t" r="r" b="b"/>
              <a:pathLst>
                <a:path w="11415" h="13016" fill="none" extrusionOk="0">
                  <a:moveTo>
                    <a:pt x="11415" y="1"/>
                  </a:moveTo>
                  <a:lnTo>
                    <a:pt x="0" y="11394"/>
                  </a:lnTo>
                  <a:lnTo>
                    <a:pt x="0" y="13016"/>
                  </a:lnTo>
                  <a:lnTo>
                    <a:pt x="11415" y="1601"/>
                  </a:lnTo>
                  <a:lnTo>
                    <a:pt x="11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103"/>
            <p:cNvSpPr/>
            <p:nvPr/>
          </p:nvSpPr>
          <p:spPr>
            <a:xfrm>
              <a:off x="4969350" y="3609875"/>
              <a:ext cx="285400" cy="1543725"/>
            </a:xfrm>
            <a:custGeom>
              <a:avLst/>
              <a:gdLst/>
              <a:ahLst/>
              <a:cxnLst/>
              <a:rect l="l" t="t" r="r" b="b"/>
              <a:pathLst>
                <a:path w="11416" h="61749" extrusionOk="0">
                  <a:moveTo>
                    <a:pt x="1" y="0"/>
                  </a:moveTo>
                  <a:lnTo>
                    <a:pt x="1" y="61749"/>
                  </a:lnTo>
                  <a:lnTo>
                    <a:pt x="11415" y="61749"/>
                  </a:lnTo>
                  <a:lnTo>
                    <a:pt x="11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103"/>
            <p:cNvSpPr/>
            <p:nvPr/>
          </p:nvSpPr>
          <p:spPr>
            <a:xfrm>
              <a:off x="4969350" y="3609875"/>
              <a:ext cx="285400" cy="1543725"/>
            </a:xfrm>
            <a:custGeom>
              <a:avLst/>
              <a:gdLst/>
              <a:ahLst/>
              <a:cxnLst/>
              <a:rect l="l" t="t" r="r" b="b"/>
              <a:pathLst>
                <a:path w="11416" h="61749" fill="none" extrusionOk="0">
                  <a:moveTo>
                    <a:pt x="1" y="0"/>
                  </a:moveTo>
                  <a:lnTo>
                    <a:pt x="11415" y="0"/>
                  </a:lnTo>
                  <a:lnTo>
                    <a:pt x="11415" y="61749"/>
                  </a:lnTo>
                  <a:lnTo>
                    <a:pt x="1" y="6174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103"/>
            <p:cNvSpPr/>
            <p:nvPr/>
          </p:nvSpPr>
          <p:spPr>
            <a:xfrm>
              <a:off x="5254725" y="3899450"/>
              <a:ext cx="25" cy="211150"/>
            </a:xfrm>
            <a:custGeom>
              <a:avLst/>
              <a:gdLst/>
              <a:ahLst/>
              <a:cxnLst/>
              <a:rect l="l" t="t" r="r" b="b"/>
              <a:pathLst>
                <a:path w="1" h="8446" extrusionOk="0">
                  <a:moveTo>
                    <a:pt x="0" y="0"/>
                  </a:moveTo>
                  <a:lnTo>
                    <a:pt x="0" y="21"/>
                  </a:lnTo>
                  <a:lnTo>
                    <a:pt x="0" y="8446"/>
                  </a:lnTo>
                  <a:lnTo>
                    <a:pt x="0" y="8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103"/>
            <p:cNvSpPr/>
            <p:nvPr/>
          </p:nvSpPr>
          <p:spPr>
            <a:xfrm>
              <a:off x="5254725" y="3899450"/>
              <a:ext cx="25" cy="211150"/>
            </a:xfrm>
            <a:custGeom>
              <a:avLst/>
              <a:gdLst/>
              <a:ahLst/>
              <a:cxnLst/>
              <a:rect l="l" t="t" r="r" b="b"/>
              <a:pathLst>
                <a:path w="1" h="8446" fill="none" extrusionOk="0">
                  <a:moveTo>
                    <a:pt x="0" y="0"/>
                  </a:moveTo>
                  <a:lnTo>
                    <a:pt x="0" y="21"/>
                  </a:lnTo>
                  <a:lnTo>
                    <a:pt x="0" y="8446"/>
                  </a:lnTo>
                  <a:lnTo>
                    <a:pt x="0" y="844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103"/>
            <p:cNvSpPr/>
            <p:nvPr/>
          </p:nvSpPr>
          <p:spPr>
            <a:xfrm>
              <a:off x="4969350" y="3899975"/>
              <a:ext cx="285400" cy="496000"/>
            </a:xfrm>
            <a:custGeom>
              <a:avLst/>
              <a:gdLst/>
              <a:ahLst/>
              <a:cxnLst/>
              <a:rect l="l" t="t" r="r" b="b"/>
              <a:pathLst>
                <a:path w="11416" h="19840" extrusionOk="0">
                  <a:moveTo>
                    <a:pt x="11415" y="0"/>
                  </a:moveTo>
                  <a:lnTo>
                    <a:pt x="1" y="10762"/>
                  </a:lnTo>
                  <a:lnTo>
                    <a:pt x="1" y="19839"/>
                  </a:lnTo>
                  <a:lnTo>
                    <a:pt x="11415" y="8425"/>
                  </a:lnTo>
                  <a:lnTo>
                    <a:pt x="11415" y="0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103"/>
            <p:cNvSpPr/>
            <p:nvPr/>
          </p:nvSpPr>
          <p:spPr>
            <a:xfrm>
              <a:off x="4969350" y="3899975"/>
              <a:ext cx="285400" cy="496000"/>
            </a:xfrm>
            <a:custGeom>
              <a:avLst/>
              <a:gdLst/>
              <a:ahLst/>
              <a:cxnLst/>
              <a:rect l="l" t="t" r="r" b="b"/>
              <a:pathLst>
                <a:path w="11416" h="19840" fill="none" extrusionOk="0">
                  <a:moveTo>
                    <a:pt x="11415" y="0"/>
                  </a:moveTo>
                  <a:lnTo>
                    <a:pt x="1" y="10762"/>
                  </a:lnTo>
                  <a:lnTo>
                    <a:pt x="1" y="19839"/>
                  </a:lnTo>
                  <a:lnTo>
                    <a:pt x="11415" y="8425"/>
                  </a:lnTo>
                  <a:lnTo>
                    <a:pt x="1141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103"/>
            <p:cNvSpPr/>
            <p:nvPr/>
          </p:nvSpPr>
          <p:spPr>
            <a:xfrm>
              <a:off x="5254725" y="3783625"/>
              <a:ext cx="25" cy="39500"/>
            </a:xfrm>
            <a:custGeom>
              <a:avLst/>
              <a:gdLst/>
              <a:ahLst/>
              <a:cxnLst/>
              <a:rect l="l" t="t" r="r" b="b"/>
              <a:pathLst>
                <a:path w="1" h="1580" extrusionOk="0">
                  <a:moveTo>
                    <a:pt x="0" y="0"/>
                  </a:moveTo>
                  <a:lnTo>
                    <a:pt x="0" y="0"/>
                  </a:lnTo>
                  <a:lnTo>
                    <a:pt x="0" y="1580"/>
                  </a:lnTo>
                  <a:lnTo>
                    <a:pt x="0" y="1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103"/>
            <p:cNvSpPr/>
            <p:nvPr/>
          </p:nvSpPr>
          <p:spPr>
            <a:xfrm>
              <a:off x="5254725" y="3783625"/>
              <a:ext cx="25" cy="39500"/>
            </a:xfrm>
            <a:custGeom>
              <a:avLst/>
              <a:gdLst/>
              <a:ahLst/>
              <a:cxnLst/>
              <a:rect l="l" t="t" r="r" b="b"/>
              <a:pathLst>
                <a:path w="1" h="1580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1580"/>
                  </a:lnTo>
                  <a:lnTo>
                    <a:pt x="0" y="158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103"/>
            <p:cNvSpPr/>
            <p:nvPr/>
          </p:nvSpPr>
          <p:spPr>
            <a:xfrm>
              <a:off x="4969350" y="3783625"/>
              <a:ext cx="285400" cy="324875"/>
            </a:xfrm>
            <a:custGeom>
              <a:avLst/>
              <a:gdLst/>
              <a:ahLst/>
              <a:cxnLst/>
              <a:rect l="l" t="t" r="r" b="b"/>
              <a:pathLst>
                <a:path w="11416" h="12995" extrusionOk="0">
                  <a:moveTo>
                    <a:pt x="11415" y="0"/>
                  </a:moveTo>
                  <a:lnTo>
                    <a:pt x="1" y="11415"/>
                  </a:lnTo>
                  <a:lnTo>
                    <a:pt x="1" y="12994"/>
                  </a:lnTo>
                  <a:lnTo>
                    <a:pt x="11415" y="1580"/>
                  </a:lnTo>
                  <a:lnTo>
                    <a:pt x="11415" y="0"/>
                  </a:lnTo>
                  <a:close/>
                </a:path>
              </a:pathLst>
            </a:custGeom>
            <a:solidFill>
              <a:srgbClr val="F8C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103"/>
            <p:cNvSpPr/>
            <p:nvPr/>
          </p:nvSpPr>
          <p:spPr>
            <a:xfrm>
              <a:off x="4969350" y="3783625"/>
              <a:ext cx="285400" cy="324875"/>
            </a:xfrm>
            <a:custGeom>
              <a:avLst/>
              <a:gdLst/>
              <a:ahLst/>
              <a:cxnLst/>
              <a:rect l="l" t="t" r="r" b="b"/>
              <a:pathLst>
                <a:path w="11416" h="12995" fill="none" extrusionOk="0">
                  <a:moveTo>
                    <a:pt x="11415" y="0"/>
                  </a:moveTo>
                  <a:lnTo>
                    <a:pt x="1" y="11415"/>
                  </a:lnTo>
                  <a:lnTo>
                    <a:pt x="1" y="12994"/>
                  </a:lnTo>
                  <a:lnTo>
                    <a:pt x="11415" y="1580"/>
                  </a:lnTo>
                  <a:lnTo>
                    <a:pt x="1141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103"/>
            <p:cNvSpPr/>
            <p:nvPr/>
          </p:nvSpPr>
          <p:spPr>
            <a:xfrm>
              <a:off x="5071500" y="3676200"/>
              <a:ext cx="81625" cy="82175"/>
            </a:xfrm>
            <a:custGeom>
              <a:avLst/>
              <a:gdLst/>
              <a:ahLst/>
              <a:cxnLst/>
              <a:rect l="l" t="t" r="r" b="b"/>
              <a:pathLst>
                <a:path w="3265" h="3287" extrusionOk="0">
                  <a:moveTo>
                    <a:pt x="1559" y="1"/>
                  </a:moveTo>
                  <a:lnTo>
                    <a:pt x="1411" y="22"/>
                  </a:lnTo>
                  <a:lnTo>
                    <a:pt x="1264" y="43"/>
                  </a:lnTo>
                  <a:lnTo>
                    <a:pt x="1117" y="85"/>
                  </a:lnTo>
                  <a:lnTo>
                    <a:pt x="969" y="148"/>
                  </a:lnTo>
                  <a:lnTo>
                    <a:pt x="822" y="211"/>
                  </a:lnTo>
                  <a:lnTo>
                    <a:pt x="695" y="296"/>
                  </a:lnTo>
                  <a:lnTo>
                    <a:pt x="569" y="401"/>
                  </a:lnTo>
                  <a:lnTo>
                    <a:pt x="443" y="506"/>
                  </a:lnTo>
                  <a:lnTo>
                    <a:pt x="337" y="633"/>
                  </a:lnTo>
                  <a:lnTo>
                    <a:pt x="232" y="780"/>
                  </a:lnTo>
                  <a:lnTo>
                    <a:pt x="148" y="927"/>
                  </a:lnTo>
                  <a:lnTo>
                    <a:pt x="85" y="1075"/>
                  </a:lnTo>
                  <a:lnTo>
                    <a:pt x="42" y="1222"/>
                  </a:lnTo>
                  <a:lnTo>
                    <a:pt x="0" y="1391"/>
                  </a:lnTo>
                  <a:lnTo>
                    <a:pt x="0" y="1538"/>
                  </a:lnTo>
                  <a:lnTo>
                    <a:pt x="0" y="1707"/>
                  </a:lnTo>
                  <a:lnTo>
                    <a:pt x="0" y="1854"/>
                  </a:lnTo>
                  <a:lnTo>
                    <a:pt x="42" y="2002"/>
                  </a:lnTo>
                  <a:lnTo>
                    <a:pt x="85" y="2170"/>
                  </a:lnTo>
                  <a:lnTo>
                    <a:pt x="127" y="2317"/>
                  </a:lnTo>
                  <a:lnTo>
                    <a:pt x="211" y="2444"/>
                  </a:lnTo>
                  <a:lnTo>
                    <a:pt x="295" y="2591"/>
                  </a:lnTo>
                  <a:lnTo>
                    <a:pt x="379" y="2718"/>
                  </a:lnTo>
                  <a:lnTo>
                    <a:pt x="506" y="2823"/>
                  </a:lnTo>
                  <a:lnTo>
                    <a:pt x="632" y="2928"/>
                  </a:lnTo>
                  <a:lnTo>
                    <a:pt x="759" y="3033"/>
                  </a:lnTo>
                  <a:lnTo>
                    <a:pt x="906" y="3118"/>
                  </a:lnTo>
                  <a:lnTo>
                    <a:pt x="1053" y="3181"/>
                  </a:lnTo>
                  <a:lnTo>
                    <a:pt x="1222" y="3223"/>
                  </a:lnTo>
                  <a:lnTo>
                    <a:pt x="1369" y="3265"/>
                  </a:lnTo>
                  <a:lnTo>
                    <a:pt x="1517" y="3265"/>
                  </a:lnTo>
                  <a:lnTo>
                    <a:pt x="1685" y="3286"/>
                  </a:lnTo>
                  <a:lnTo>
                    <a:pt x="1833" y="3265"/>
                  </a:lnTo>
                  <a:lnTo>
                    <a:pt x="2001" y="3244"/>
                  </a:lnTo>
                  <a:lnTo>
                    <a:pt x="2149" y="3202"/>
                  </a:lnTo>
                  <a:lnTo>
                    <a:pt x="2296" y="3139"/>
                  </a:lnTo>
                  <a:lnTo>
                    <a:pt x="2443" y="3055"/>
                  </a:lnTo>
                  <a:lnTo>
                    <a:pt x="2570" y="2970"/>
                  </a:lnTo>
                  <a:lnTo>
                    <a:pt x="2696" y="2886"/>
                  </a:lnTo>
                  <a:lnTo>
                    <a:pt x="2822" y="2760"/>
                  </a:lnTo>
                  <a:lnTo>
                    <a:pt x="2928" y="2654"/>
                  </a:lnTo>
                  <a:lnTo>
                    <a:pt x="3012" y="2507"/>
                  </a:lnTo>
                  <a:lnTo>
                    <a:pt x="3096" y="2360"/>
                  </a:lnTo>
                  <a:lnTo>
                    <a:pt x="3159" y="2212"/>
                  </a:lnTo>
                  <a:lnTo>
                    <a:pt x="3202" y="2065"/>
                  </a:lnTo>
                  <a:lnTo>
                    <a:pt x="3244" y="1896"/>
                  </a:lnTo>
                  <a:lnTo>
                    <a:pt x="3265" y="1749"/>
                  </a:lnTo>
                  <a:lnTo>
                    <a:pt x="3265" y="1580"/>
                  </a:lnTo>
                  <a:lnTo>
                    <a:pt x="3244" y="1433"/>
                  </a:lnTo>
                  <a:lnTo>
                    <a:pt x="3223" y="1264"/>
                  </a:lnTo>
                  <a:lnTo>
                    <a:pt x="3180" y="1117"/>
                  </a:lnTo>
                  <a:lnTo>
                    <a:pt x="3117" y="970"/>
                  </a:lnTo>
                  <a:lnTo>
                    <a:pt x="3054" y="843"/>
                  </a:lnTo>
                  <a:lnTo>
                    <a:pt x="2970" y="696"/>
                  </a:lnTo>
                  <a:lnTo>
                    <a:pt x="2865" y="569"/>
                  </a:lnTo>
                  <a:lnTo>
                    <a:pt x="2759" y="464"/>
                  </a:lnTo>
                  <a:lnTo>
                    <a:pt x="2633" y="359"/>
                  </a:lnTo>
                  <a:lnTo>
                    <a:pt x="2485" y="254"/>
                  </a:lnTo>
                  <a:lnTo>
                    <a:pt x="2338" y="169"/>
                  </a:lnTo>
                  <a:lnTo>
                    <a:pt x="2191" y="106"/>
                  </a:lnTo>
                  <a:lnTo>
                    <a:pt x="2043" y="64"/>
                  </a:lnTo>
                  <a:lnTo>
                    <a:pt x="1875" y="22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03"/>
            <p:cNvSpPr/>
            <p:nvPr/>
          </p:nvSpPr>
          <p:spPr>
            <a:xfrm>
              <a:off x="5422675" y="4172175"/>
              <a:ext cx="81625" cy="81625"/>
            </a:xfrm>
            <a:custGeom>
              <a:avLst/>
              <a:gdLst/>
              <a:ahLst/>
              <a:cxnLst/>
              <a:rect l="l" t="t" r="r" b="b"/>
              <a:pathLst>
                <a:path w="3265" h="3265" extrusionOk="0">
                  <a:moveTo>
                    <a:pt x="1580" y="1"/>
                  </a:moveTo>
                  <a:lnTo>
                    <a:pt x="1433" y="22"/>
                  </a:lnTo>
                  <a:lnTo>
                    <a:pt x="1264" y="43"/>
                  </a:lnTo>
                  <a:lnTo>
                    <a:pt x="1117" y="85"/>
                  </a:lnTo>
                  <a:lnTo>
                    <a:pt x="969" y="148"/>
                  </a:lnTo>
                  <a:lnTo>
                    <a:pt x="843" y="211"/>
                  </a:lnTo>
                  <a:lnTo>
                    <a:pt x="696" y="295"/>
                  </a:lnTo>
                  <a:lnTo>
                    <a:pt x="569" y="401"/>
                  </a:lnTo>
                  <a:lnTo>
                    <a:pt x="464" y="506"/>
                  </a:lnTo>
                  <a:lnTo>
                    <a:pt x="359" y="632"/>
                  </a:lnTo>
                  <a:lnTo>
                    <a:pt x="253" y="759"/>
                  </a:lnTo>
                  <a:lnTo>
                    <a:pt x="169" y="906"/>
                  </a:lnTo>
                  <a:lnTo>
                    <a:pt x="106" y="1054"/>
                  </a:lnTo>
                  <a:lnTo>
                    <a:pt x="64" y="1222"/>
                  </a:lnTo>
                  <a:lnTo>
                    <a:pt x="22" y="1370"/>
                  </a:lnTo>
                  <a:lnTo>
                    <a:pt x="1" y="1517"/>
                  </a:lnTo>
                  <a:lnTo>
                    <a:pt x="1" y="1685"/>
                  </a:lnTo>
                  <a:lnTo>
                    <a:pt x="22" y="1833"/>
                  </a:lnTo>
                  <a:lnTo>
                    <a:pt x="43" y="2001"/>
                  </a:lnTo>
                  <a:lnTo>
                    <a:pt x="85" y="2149"/>
                  </a:lnTo>
                  <a:lnTo>
                    <a:pt x="148" y="2296"/>
                  </a:lnTo>
                  <a:lnTo>
                    <a:pt x="211" y="2423"/>
                  </a:lnTo>
                  <a:lnTo>
                    <a:pt x="295" y="2570"/>
                  </a:lnTo>
                  <a:lnTo>
                    <a:pt x="401" y="2696"/>
                  </a:lnTo>
                  <a:lnTo>
                    <a:pt x="506" y="2802"/>
                  </a:lnTo>
                  <a:lnTo>
                    <a:pt x="632" y="2907"/>
                  </a:lnTo>
                  <a:lnTo>
                    <a:pt x="759" y="3012"/>
                  </a:lnTo>
                  <a:lnTo>
                    <a:pt x="906" y="3096"/>
                  </a:lnTo>
                  <a:lnTo>
                    <a:pt x="1075" y="3160"/>
                  </a:lnTo>
                  <a:lnTo>
                    <a:pt x="1222" y="3202"/>
                  </a:lnTo>
                  <a:lnTo>
                    <a:pt x="1369" y="3244"/>
                  </a:lnTo>
                  <a:lnTo>
                    <a:pt x="1538" y="3265"/>
                  </a:lnTo>
                  <a:lnTo>
                    <a:pt x="1685" y="3265"/>
                  </a:lnTo>
                  <a:lnTo>
                    <a:pt x="1854" y="3244"/>
                  </a:lnTo>
                  <a:lnTo>
                    <a:pt x="2001" y="3223"/>
                  </a:lnTo>
                  <a:lnTo>
                    <a:pt x="2149" y="3181"/>
                  </a:lnTo>
                  <a:lnTo>
                    <a:pt x="2296" y="3118"/>
                  </a:lnTo>
                  <a:lnTo>
                    <a:pt x="2444" y="3054"/>
                  </a:lnTo>
                  <a:lnTo>
                    <a:pt x="2570" y="2970"/>
                  </a:lnTo>
                  <a:lnTo>
                    <a:pt x="2696" y="2865"/>
                  </a:lnTo>
                  <a:lnTo>
                    <a:pt x="2823" y="2759"/>
                  </a:lnTo>
                  <a:lnTo>
                    <a:pt x="2928" y="2633"/>
                  </a:lnTo>
                  <a:lnTo>
                    <a:pt x="3012" y="2507"/>
                  </a:lnTo>
                  <a:lnTo>
                    <a:pt x="3012" y="2486"/>
                  </a:lnTo>
                  <a:lnTo>
                    <a:pt x="3096" y="2338"/>
                  </a:lnTo>
                  <a:lnTo>
                    <a:pt x="3160" y="2191"/>
                  </a:lnTo>
                  <a:lnTo>
                    <a:pt x="3223" y="2043"/>
                  </a:lnTo>
                  <a:lnTo>
                    <a:pt x="3244" y="1896"/>
                  </a:lnTo>
                  <a:lnTo>
                    <a:pt x="3265" y="1728"/>
                  </a:lnTo>
                  <a:lnTo>
                    <a:pt x="3265" y="1580"/>
                  </a:lnTo>
                  <a:lnTo>
                    <a:pt x="3244" y="1412"/>
                  </a:lnTo>
                  <a:lnTo>
                    <a:pt x="3223" y="1264"/>
                  </a:lnTo>
                  <a:lnTo>
                    <a:pt x="3181" y="1117"/>
                  </a:lnTo>
                  <a:lnTo>
                    <a:pt x="3117" y="969"/>
                  </a:lnTo>
                  <a:lnTo>
                    <a:pt x="3054" y="822"/>
                  </a:lnTo>
                  <a:lnTo>
                    <a:pt x="2970" y="696"/>
                  </a:lnTo>
                  <a:lnTo>
                    <a:pt x="2865" y="569"/>
                  </a:lnTo>
                  <a:lnTo>
                    <a:pt x="2759" y="443"/>
                  </a:lnTo>
                  <a:lnTo>
                    <a:pt x="2633" y="338"/>
                  </a:lnTo>
                  <a:lnTo>
                    <a:pt x="2507" y="253"/>
                  </a:lnTo>
                  <a:lnTo>
                    <a:pt x="2359" y="169"/>
                  </a:lnTo>
                  <a:lnTo>
                    <a:pt x="2212" y="106"/>
                  </a:lnTo>
                  <a:lnTo>
                    <a:pt x="2043" y="64"/>
                  </a:lnTo>
                  <a:lnTo>
                    <a:pt x="1896" y="22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103"/>
            <p:cNvSpPr/>
            <p:nvPr/>
          </p:nvSpPr>
          <p:spPr>
            <a:xfrm>
              <a:off x="5773850" y="4508100"/>
              <a:ext cx="81650" cy="81625"/>
            </a:xfrm>
            <a:custGeom>
              <a:avLst/>
              <a:gdLst/>
              <a:ahLst/>
              <a:cxnLst/>
              <a:rect l="l" t="t" r="r" b="b"/>
              <a:pathLst>
                <a:path w="3266" h="3265" extrusionOk="0">
                  <a:moveTo>
                    <a:pt x="1580" y="0"/>
                  </a:moveTo>
                  <a:lnTo>
                    <a:pt x="1433" y="21"/>
                  </a:lnTo>
                  <a:lnTo>
                    <a:pt x="1264" y="42"/>
                  </a:lnTo>
                  <a:lnTo>
                    <a:pt x="1117" y="84"/>
                  </a:lnTo>
                  <a:lnTo>
                    <a:pt x="970" y="147"/>
                  </a:lnTo>
                  <a:lnTo>
                    <a:pt x="843" y="211"/>
                  </a:lnTo>
                  <a:lnTo>
                    <a:pt x="696" y="295"/>
                  </a:lnTo>
                  <a:lnTo>
                    <a:pt x="569" y="400"/>
                  </a:lnTo>
                  <a:lnTo>
                    <a:pt x="464" y="506"/>
                  </a:lnTo>
                  <a:lnTo>
                    <a:pt x="359" y="632"/>
                  </a:lnTo>
                  <a:lnTo>
                    <a:pt x="253" y="758"/>
                  </a:lnTo>
                  <a:lnTo>
                    <a:pt x="169" y="906"/>
                  </a:lnTo>
                  <a:lnTo>
                    <a:pt x="106" y="1074"/>
                  </a:lnTo>
                  <a:lnTo>
                    <a:pt x="64" y="1222"/>
                  </a:lnTo>
                  <a:lnTo>
                    <a:pt x="22" y="1369"/>
                  </a:lnTo>
                  <a:lnTo>
                    <a:pt x="1" y="1537"/>
                  </a:lnTo>
                  <a:lnTo>
                    <a:pt x="1" y="1685"/>
                  </a:lnTo>
                  <a:lnTo>
                    <a:pt x="22" y="1853"/>
                  </a:lnTo>
                  <a:lnTo>
                    <a:pt x="43" y="2001"/>
                  </a:lnTo>
                  <a:lnTo>
                    <a:pt x="85" y="2148"/>
                  </a:lnTo>
                  <a:lnTo>
                    <a:pt x="148" y="2296"/>
                  </a:lnTo>
                  <a:lnTo>
                    <a:pt x="211" y="2443"/>
                  </a:lnTo>
                  <a:lnTo>
                    <a:pt x="296" y="2569"/>
                  </a:lnTo>
                  <a:lnTo>
                    <a:pt x="401" y="2696"/>
                  </a:lnTo>
                  <a:lnTo>
                    <a:pt x="506" y="2822"/>
                  </a:lnTo>
                  <a:lnTo>
                    <a:pt x="633" y="2927"/>
                  </a:lnTo>
                  <a:lnTo>
                    <a:pt x="780" y="3012"/>
                  </a:lnTo>
                  <a:lnTo>
                    <a:pt x="927" y="3096"/>
                  </a:lnTo>
                  <a:lnTo>
                    <a:pt x="1075" y="3159"/>
                  </a:lnTo>
                  <a:lnTo>
                    <a:pt x="1222" y="3201"/>
                  </a:lnTo>
                  <a:lnTo>
                    <a:pt x="1370" y="3243"/>
                  </a:lnTo>
                  <a:lnTo>
                    <a:pt x="1538" y="3264"/>
                  </a:lnTo>
                  <a:lnTo>
                    <a:pt x="1686" y="3264"/>
                  </a:lnTo>
                  <a:lnTo>
                    <a:pt x="1854" y="3243"/>
                  </a:lnTo>
                  <a:lnTo>
                    <a:pt x="2001" y="3222"/>
                  </a:lnTo>
                  <a:lnTo>
                    <a:pt x="2149" y="3180"/>
                  </a:lnTo>
                  <a:lnTo>
                    <a:pt x="2296" y="3117"/>
                  </a:lnTo>
                  <a:lnTo>
                    <a:pt x="2444" y="3054"/>
                  </a:lnTo>
                  <a:lnTo>
                    <a:pt x="2570" y="2970"/>
                  </a:lnTo>
                  <a:lnTo>
                    <a:pt x="2696" y="2864"/>
                  </a:lnTo>
                  <a:lnTo>
                    <a:pt x="2823" y="2759"/>
                  </a:lnTo>
                  <a:lnTo>
                    <a:pt x="2928" y="2633"/>
                  </a:lnTo>
                  <a:lnTo>
                    <a:pt x="3012" y="2506"/>
                  </a:lnTo>
                  <a:lnTo>
                    <a:pt x="3033" y="2485"/>
                  </a:lnTo>
                  <a:lnTo>
                    <a:pt x="3097" y="2338"/>
                  </a:lnTo>
                  <a:lnTo>
                    <a:pt x="3181" y="2190"/>
                  </a:lnTo>
                  <a:lnTo>
                    <a:pt x="3223" y="2043"/>
                  </a:lnTo>
                  <a:lnTo>
                    <a:pt x="3244" y="1874"/>
                  </a:lnTo>
                  <a:lnTo>
                    <a:pt x="3265" y="1727"/>
                  </a:lnTo>
                  <a:lnTo>
                    <a:pt x="3265" y="1559"/>
                  </a:lnTo>
                  <a:lnTo>
                    <a:pt x="3265" y="1411"/>
                  </a:lnTo>
                  <a:lnTo>
                    <a:pt x="3223" y="1264"/>
                  </a:lnTo>
                  <a:lnTo>
                    <a:pt x="3181" y="1116"/>
                  </a:lnTo>
                  <a:lnTo>
                    <a:pt x="3118" y="969"/>
                  </a:lnTo>
                  <a:lnTo>
                    <a:pt x="3054" y="821"/>
                  </a:lnTo>
                  <a:lnTo>
                    <a:pt x="2970" y="695"/>
                  </a:lnTo>
                  <a:lnTo>
                    <a:pt x="2865" y="569"/>
                  </a:lnTo>
                  <a:lnTo>
                    <a:pt x="2760" y="442"/>
                  </a:lnTo>
                  <a:lnTo>
                    <a:pt x="2633" y="337"/>
                  </a:lnTo>
                  <a:lnTo>
                    <a:pt x="2507" y="253"/>
                  </a:lnTo>
                  <a:lnTo>
                    <a:pt x="2359" y="169"/>
                  </a:lnTo>
                  <a:lnTo>
                    <a:pt x="2212" y="105"/>
                  </a:lnTo>
                  <a:lnTo>
                    <a:pt x="2044" y="63"/>
                  </a:lnTo>
                  <a:lnTo>
                    <a:pt x="1896" y="21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103"/>
            <p:cNvSpPr/>
            <p:nvPr/>
          </p:nvSpPr>
          <p:spPr>
            <a:xfrm>
              <a:off x="5104675" y="3717275"/>
              <a:ext cx="715550" cy="1186250"/>
            </a:xfrm>
            <a:custGeom>
              <a:avLst/>
              <a:gdLst/>
              <a:ahLst/>
              <a:cxnLst/>
              <a:rect l="l" t="t" r="r" b="b"/>
              <a:pathLst>
                <a:path w="28622" h="47450" extrusionOk="0">
                  <a:moveTo>
                    <a:pt x="0" y="0"/>
                  </a:moveTo>
                  <a:lnTo>
                    <a:pt x="0" y="29064"/>
                  </a:lnTo>
                  <a:lnTo>
                    <a:pt x="14047" y="20387"/>
                  </a:lnTo>
                  <a:lnTo>
                    <a:pt x="13605" y="47449"/>
                  </a:lnTo>
                  <a:lnTo>
                    <a:pt x="28621" y="33465"/>
                  </a:lnTo>
                  <a:lnTo>
                    <a:pt x="28200" y="33023"/>
                  </a:lnTo>
                  <a:lnTo>
                    <a:pt x="14237" y="46017"/>
                  </a:lnTo>
                  <a:lnTo>
                    <a:pt x="14658" y="19271"/>
                  </a:lnTo>
                  <a:lnTo>
                    <a:pt x="611" y="27969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03"/>
            <p:cNvSpPr/>
            <p:nvPr/>
          </p:nvSpPr>
          <p:spPr>
            <a:xfrm>
              <a:off x="1684475" y="1739700"/>
              <a:ext cx="1076725" cy="456525"/>
            </a:xfrm>
            <a:custGeom>
              <a:avLst/>
              <a:gdLst/>
              <a:ahLst/>
              <a:cxnLst/>
              <a:rect l="l" t="t" r="r" b="b"/>
              <a:pathLst>
                <a:path w="43069" h="18261" extrusionOk="0">
                  <a:moveTo>
                    <a:pt x="2675" y="1"/>
                  </a:moveTo>
                  <a:lnTo>
                    <a:pt x="1" y="5350"/>
                  </a:lnTo>
                  <a:lnTo>
                    <a:pt x="3707" y="7793"/>
                  </a:lnTo>
                  <a:lnTo>
                    <a:pt x="3813" y="7920"/>
                  </a:lnTo>
                  <a:lnTo>
                    <a:pt x="4129" y="8215"/>
                  </a:lnTo>
                  <a:lnTo>
                    <a:pt x="4339" y="8425"/>
                  </a:lnTo>
                  <a:lnTo>
                    <a:pt x="4613" y="8636"/>
                  </a:lnTo>
                  <a:lnTo>
                    <a:pt x="4908" y="8846"/>
                  </a:lnTo>
                  <a:lnTo>
                    <a:pt x="5224" y="9078"/>
                  </a:lnTo>
                  <a:lnTo>
                    <a:pt x="5603" y="9289"/>
                  </a:lnTo>
                  <a:lnTo>
                    <a:pt x="5982" y="9499"/>
                  </a:lnTo>
                  <a:lnTo>
                    <a:pt x="6403" y="9668"/>
                  </a:lnTo>
                  <a:lnTo>
                    <a:pt x="6845" y="9794"/>
                  </a:lnTo>
                  <a:lnTo>
                    <a:pt x="7077" y="9836"/>
                  </a:lnTo>
                  <a:lnTo>
                    <a:pt x="7309" y="9878"/>
                  </a:lnTo>
                  <a:lnTo>
                    <a:pt x="7540" y="9899"/>
                  </a:lnTo>
                  <a:lnTo>
                    <a:pt x="7772" y="9920"/>
                  </a:lnTo>
                  <a:lnTo>
                    <a:pt x="8025" y="9899"/>
                  </a:lnTo>
                  <a:lnTo>
                    <a:pt x="8256" y="9878"/>
                  </a:lnTo>
                  <a:lnTo>
                    <a:pt x="8509" y="9836"/>
                  </a:lnTo>
                  <a:lnTo>
                    <a:pt x="8762" y="9773"/>
                  </a:lnTo>
                  <a:lnTo>
                    <a:pt x="9183" y="10047"/>
                  </a:lnTo>
                  <a:lnTo>
                    <a:pt x="10362" y="10784"/>
                  </a:lnTo>
                  <a:lnTo>
                    <a:pt x="11205" y="11289"/>
                  </a:lnTo>
                  <a:lnTo>
                    <a:pt x="12153" y="11837"/>
                  </a:lnTo>
                  <a:lnTo>
                    <a:pt x="13248" y="12469"/>
                  </a:lnTo>
                  <a:lnTo>
                    <a:pt x="14427" y="13122"/>
                  </a:lnTo>
                  <a:lnTo>
                    <a:pt x="15670" y="13774"/>
                  </a:lnTo>
                  <a:lnTo>
                    <a:pt x="16996" y="14448"/>
                  </a:lnTo>
                  <a:lnTo>
                    <a:pt x="18365" y="15122"/>
                  </a:lnTo>
                  <a:lnTo>
                    <a:pt x="19755" y="15733"/>
                  </a:lnTo>
                  <a:lnTo>
                    <a:pt x="21166" y="16323"/>
                  </a:lnTo>
                  <a:lnTo>
                    <a:pt x="21861" y="16597"/>
                  </a:lnTo>
                  <a:lnTo>
                    <a:pt x="22556" y="16849"/>
                  </a:lnTo>
                  <a:lnTo>
                    <a:pt x="23251" y="17081"/>
                  </a:lnTo>
                  <a:lnTo>
                    <a:pt x="23925" y="17291"/>
                  </a:lnTo>
                  <a:lnTo>
                    <a:pt x="24599" y="17481"/>
                  </a:lnTo>
                  <a:lnTo>
                    <a:pt x="25252" y="17650"/>
                  </a:lnTo>
                  <a:lnTo>
                    <a:pt x="25884" y="17776"/>
                  </a:lnTo>
                  <a:lnTo>
                    <a:pt x="26474" y="17902"/>
                  </a:lnTo>
                  <a:lnTo>
                    <a:pt x="27042" y="18008"/>
                  </a:lnTo>
                  <a:lnTo>
                    <a:pt x="27590" y="18092"/>
                  </a:lnTo>
                  <a:lnTo>
                    <a:pt x="28116" y="18155"/>
                  </a:lnTo>
                  <a:lnTo>
                    <a:pt x="28601" y="18197"/>
                  </a:lnTo>
                  <a:lnTo>
                    <a:pt x="29064" y="18239"/>
                  </a:lnTo>
                  <a:lnTo>
                    <a:pt x="29506" y="18260"/>
                  </a:lnTo>
                  <a:lnTo>
                    <a:pt x="29927" y="18260"/>
                  </a:lnTo>
                  <a:lnTo>
                    <a:pt x="30328" y="18239"/>
                  </a:lnTo>
                  <a:lnTo>
                    <a:pt x="30707" y="18218"/>
                  </a:lnTo>
                  <a:lnTo>
                    <a:pt x="31065" y="18176"/>
                  </a:lnTo>
                  <a:lnTo>
                    <a:pt x="31402" y="18134"/>
                  </a:lnTo>
                  <a:lnTo>
                    <a:pt x="31718" y="18071"/>
                  </a:lnTo>
                  <a:lnTo>
                    <a:pt x="32033" y="18008"/>
                  </a:lnTo>
                  <a:lnTo>
                    <a:pt x="32328" y="17923"/>
                  </a:lnTo>
                  <a:lnTo>
                    <a:pt x="32602" y="17818"/>
                  </a:lnTo>
                  <a:lnTo>
                    <a:pt x="32855" y="17713"/>
                  </a:lnTo>
                  <a:lnTo>
                    <a:pt x="33339" y="17502"/>
                  </a:lnTo>
                  <a:lnTo>
                    <a:pt x="33802" y="17249"/>
                  </a:lnTo>
                  <a:lnTo>
                    <a:pt x="34224" y="16976"/>
                  </a:lnTo>
                  <a:lnTo>
                    <a:pt x="34603" y="16681"/>
                  </a:lnTo>
                  <a:lnTo>
                    <a:pt x="34982" y="16365"/>
                  </a:lnTo>
                  <a:lnTo>
                    <a:pt x="35740" y="15754"/>
                  </a:lnTo>
                  <a:lnTo>
                    <a:pt x="35930" y="15586"/>
                  </a:lnTo>
                  <a:lnTo>
                    <a:pt x="36140" y="15375"/>
                  </a:lnTo>
                  <a:lnTo>
                    <a:pt x="36625" y="14891"/>
                  </a:lnTo>
                  <a:lnTo>
                    <a:pt x="37151" y="14280"/>
                  </a:lnTo>
                  <a:lnTo>
                    <a:pt x="37720" y="13606"/>
                  </a:lnTo>
                  <a:lnTo>
                    <a:pt x="38330" y="12848"/>
                  </a:lnTo>
                  <a:lnTo>
                    <a:pt x="38941" y="12069"/>
                  </a:lnTo>
                  <a:lnTo>
                    <a:pt x="40142" y="10447"/>
                  </a:lnTo>
                  <a:lnTo>
                    <a:pt x="41279" y="8909"/>
                  </a:lnTo>
                  <a:lnTo>
                    <a:pt x="42206" y="7604"/>
                  </a:lnTo>
                  <a:lnTo>
                    <a:pt x="43069" y="6361"/>
                  </a:lnTo>
                  <a:lnTo>
                    <a:pt x="34497" y="4108"/>
                  </a:lnTo>
                  <a:lnTo>
                    <a:pt x="33866" y="5013"/>
                  </a:lnTo>
                  <a:lnTo>
                    <a:pt x="33213" y="5961"/>
                  </a:lnTo>
                  <a:lnTo>
                    <a:pt x="32434" y="7056"/>
                  </a:lnTo>
                  <a:lnTo>
                    <a:pt x="31612" y="8172"/>
                  </a:lnTo>
                  <a:lnTo>
                    <a:pt x="30833" y="9204"/>
                  </a:lnTo>
                  <a:lnTo>
                    <a:pt x="30475" y="9626"/>
                  </a:lnTo>
                  <a:lnTo>
                    <a:pt x="30159" y="10005"/>
                  </a:lnTo>
                  <a:lnTo>
                    <a:pt x="29906" y="10278"/>
                  </a:lnTo>
                  <a:lnTo>
                    <a:pt x="29696" y="10447"/>
                  </a:lnTo>
                  <a:lnTo>
                    <a:pt x="29569" y="10489"/>
                  </a:lnTo>
                  <a:lnTo>
                    <a:pt x="29401" y="10510"/>
                  </a:lnTo>
                  <a:lnTo>
                    <a:pt x="29148" y="10531"/>
                  </a:lnTo>
                  <a:lnTo>
                    <a:pt x="28853" y="10531"/>
                  </a:lnTo>
                  <a:lnTo>
                    <a:pt x="28095" y="10468"/>
                  </a:lnTo>
                  <a:lnTo>
                    <a:pt x="27147" y="10363"/>
                  </a:lnTo>
                  <a:lnTo>
                    <a:pt x="26052" y="10194"/>
                  </a:lnTo>
                  <a:lnTo>
                    <a:pt x="24810" y="9984"/>
                  </a:lnTo>
                  <a:lnTo>
                    <a:pt x="23441" y="9710"/>
                  </a:lnTo>
                  <a:lnTo>
                    <a:pt x="22009" y="9394"/>
                  </a:lnTo>
                  <a:lnTo>
                    <a:pt x="20513" y="9036"/>
                  </a:lnTo>
                  <a:lnTo>
                    <a:pt x="18976" y="8636"/>
                  </a:lnTo>
                  <a:lnTo>
                    <a:pt x="17418" y="8193"/>
                  </a:lnTo>
                  <a:lnTo>
                    <a:pt x="15901" y="7730"/>
                  </a:lnTo>
                  <a:lnTo>
                    <a:pt x="14406" y="7225"/>
                  </a:lnTo>
                  <a:lnTo>
                    <a:pt x="13690" y="6972"/>
                  </a:lnTo>
                  <a:lnTo>
                    <a:pt x="12995" y="6698"/>
                  </a:lnTo>
                  <a:lnTo>
                    <a:pt x="12321" y="6424"/>
                  </a:lnTo>
                  <a:lnTo>
                    <a:pt x="11689" y="6130"/>
                  </a:lnTo>
                  <a:lnTo>
                    <a:pt x="11057" y="5856"/>
                  </a:lnTo>
                  <a:lnTo>
                    <a:pt x="10489" y="5561"/>
                  </a:lnTo>
                  <a:lnTo>
                    <a:pt x="7372" y="1665"/>
                  </a:lnTo>
                  <a:lnTo>
                    <a:pt x="2675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103"/>
            <p:cNvSpPr/>
            <p:nvPr/>
          </p:nvSpPr>
          <p:spPr>
            <a:xfrm>
              <a:off x="1684475" y="1739700"/>
              <a:ext cx="1076725" cy="456525"/>
            </a:xfrm>
            <a:custGeom>
              <a:avLst/>
              <a:gdLst/>
              <a:ahLst/>
              <a:cxnLst/>
              <a:rect l="l" t="t" r="r" b="b"/>
              <a:pathLst>
                <a:path w="43069" h="18261" fill="none" extrusionOk="0">
                  <a:moveTo>
                    <a:pt x="34497" y="4108"/>
                  </a:moveTo>
                  <a:lnTo>
                    <a:pt x="34497" y="4108"/>
                  </a:lnTo>
                  <a:lnTo>
                    <a:pt x="33866" y="5013"/>
                  </a:lnTo>
                  <a:lnTo>
                    <a:pt x="33213" y="5961"/>
                  </a:lnTo>
                  <a:lnTo>
                    <a:pt x="32434" y="7056"/>
                  </a:lnTo>
                  <a:lnTo>
                    <a:pt x="31612" y="8172"/>
                  </a:lnTo>
                  <a:lnTo>
                    <a:pt x="30833" y="9204"/>
                  </a:lnTo>
                  <a:lnTo>
                    <a:pt x="30475" y="9626"/>
                  </a:lnTo>
                  <a:lnTo>
                    <a:pt x="30159" y="10005"/>
                  </a:lnTo>
                  <a:lnTo>
                    <a:pt x="29906" y="10278"/>
                  </a:lnTo>
                  <a:lnTo>
                    <a:pt x="29696" y="10447"/>
                  </a:lnTo>
                  <a:lnTo>
                    <a:pt x="29696" y="10447"/>
                  </a:lnTo>
                  <a:lnTo>
                    <a:pt x="29569" y="10489"/>
                  </a:lnTo>
                  <a:lnTo>
                    <a:pt x="29401" y="10510"/>
                  </a:lnTo>
                  <a:lnTo>
                    <a:pt x="29148" y="10531"/>
                  </a:lnTo>
                  <a:lnTo>
                    <a:pt x="28853" y="10531"/>
                  </a:lnTo>
                  <a:lnTo>
                    <a:pt x="28095" y="10468"/>
                  </a:lnTo>
                  <a:lnTo>
                    <a:pt x="27147" y="10363"/>
                  </a:lnTo>
                  <a:lnTo>
                    <a:pt x="26052" y="10194"/>
                  </a:lnTo>
                  <a:lnTo>
                    <a:pt x="24810" y="9984"/>
                  </a:lnTo>
                  <a:lnTo>
                    <a:pt x="23441" y="9710"/>
                  </a:lnTo>
                  <a:lnTo>
                    <a:pt x="22009" y="9394"/>
                  </a:lnTo>
                  <a:lnTo>
                    <a:pt x="20513" y="9036"/>
                  </a:lnTo>
                  <a:lnTo>
                    <a:pt x="18976" y="8636"/>
                  </a:lnTo>
                  <a:lnTo>
                    <a:pt x="17418" y="8193"/>
                  </a:lnTo>
                  <a:lnTo>
                    <a:pt x="15901" y="7730"/>
                  </a:lnTo>
                  <a:lnTo>
                    <a:pt x="14406" y="7225"/>
                  </a:lnTo>
                  <a:lnTo>
                    <a:pt x="13690" y="6972"/>
                  </a:lnTo>
                  <a:lnTo>
                    <a:pt x="12995" y="6698"/>
                  </a:lnTo>
                  <a:lnTo>
                    <a:pt x="12321" y="6424"/>
                  </a:lnTo>
                  <a:lnTo>
                    <a:pt x="11689" y="6130"/>
                  </a:lnTo>
                  <a:lnTo>
                    <a:pt x="11057" y="5856"/>
                  </a:lnTo>
                  <a:lnTo>
                    <a:pt x="10489" y="5561"/>
                  </a:lnTo>
                  <a:lnTo>
                    <a:pt x="7372" y="1665"/>
                  </a:lnTo>
                  <a:lnTo>
                    <a:pt x="2675" y="1"/>
                  </a:lnTo>
                  <a:lnTo>
                    <a:pt x="1" y="5350"/>
                  </a:lnTo>
                  <a:lnTo>
                    <a:pt x="3707" y="7793"/>
                  </a:lnTo>
                  <a:lnTo>
                    <a:pt x="3707" y="7793"/>
                  </a:lnTo>
                  <a:lnTo>
                    <a:pt x="3813" y="7920"/>
                  </a:lnTo>
                  <a:lnTo>
                    <a:pt x="4129" y="8215"/>
                  </a:lnTo>
                  <a:lnTo>
                    <a:pt x="4339" y="8425"/>
                  </a:lnTo>
                  <a:lnTo>
                    <a:pt x="4613" y="8636"/>
                  </a:lnTo>
                  <a:lnTo>
                    <a:pt x="4908" y="8846"/>
                  </a:lnTo>
                  <a:lnTo>
                    <a:pt x="5224" y="9078"/>
                  </a:lnTo>
                  <a:lnTo>
                    <a:pt x="5603" y="9289"/>
                  </a:lnTo>
                  <a:lnTo>
                    <a:pt x="5982" y="9499"/>
                  </a:lnTo>
                  <a:lnTo>
                    <a:pt x="6403" y="9668"/>
                  </a:lnTo>
                  <a:lnTo>
                    <a:pt x="6845" y="9794"/>
                  </a:lnTo>
                  <a:lnTo>
                    <a:pt x="7077" y="9836"/>
                  </a:lnTo>
                  <a:lnTo>
                    <a:pt x="7309" y="9878"/>
                  </a:lnTo>
                  <a:lnTo>
                    <a:pt x="7540" y="9899"/>
                  </a:lnTo>
                  <a:lnTo>
                    <a:pt x="7772" y="9920"/>
                  </a:lnTo>
                  <a:lnTo>
                    <a:pt x="8025" y="9899"/>
                  </a:lnTo>
                  <a:lnTo>
                    <a:pt x="8256" y="9878"/>
                  </a:lnTo>
                  <a:lnTo>
                    <a:pt x="8509" y="9836"/>
                  </a:lnTo>
                  <a:lnTo>
                    <a:pt x="8762" y="9773"/>
                  </a:lnTo>
                  <a:lnTo>
                    <a:pt x="8762" y="9773"/>
                  </a:lnTo>
                  <a:lnTo>
                    <a:pt x="9183" y="10047"/>
                  </a:lnTo>
                  <a:lnTo>
                    <a:pt x="10362" y="10784"/>
                  </a:lnTo>
                  <a:lnTo>
                    <a:pt x="11205" y="11289"/>
                  </a:lnTo>
                  <a:lnTo>
                    <a:pt x="12153" y="11837"/>
                  </a:lnTo>
                  <a:lnTo>
                    <a:pt x="13248" y="12469"/>
                  </a:lnTo>
                  <a:lnTo>
                    <a:pt x="14427" y="13122"/>
                  </a:lnTo>
                  <a:lnTo>
                    <a:pt x="15670" y="13774"/>
                  </a:lnTo>
                  <a:lnTo>
                    <a:pt x="16996" y="14448"/>
                  </a:lnTo>
                  <a:lnTo>
                    <a:pt x="18365" y="15122"/>
                  </a:lnTo>
                  <a:lnTo>
                    <a:pt x="19755" y="15733"/>
                  </a:lnTo>
                  <a:lnTo>
                    <a:pt x="21166" y="16323"/>
                  </a:lnTo>
                  <a:lnTo>
                    <a:pt x="21861" y="16597"/>
                  </a:lnTo>
                  <a:lnTo>
                    <a:pt x="22556" y="16849"/>
                  </a:lnTo>
                  <a:lnTo>
                    <a:pt x="23251" y="17081"/>
                  </a:lnTo>
                  <a:lnTo>
                    <a:pt x="23925" y="17291"/>
                  </a:lnTo>
                  <a:lnTo>
                    <a:pt x="24599" y="17481"/>
                  </a:lnTo>
                  <a:lnTo>
                    <a:pt x="25252" y="17650"/>
                  </a:lnTo>
                  <a:lnTo>
                    <a:pt x="25252" y="17650"/>
                  </a:lnTo>
                  <a:lnTo>
                    <a:pt x="25884" y="17776"/>
                  </a:lnTo>
                  <a:lnTo>
                    <a:pt x="26474" y="17902"/>
                  </a:lnTo>
                  <a:lnTo>
                    <a:pt x="27042" y="18008"/>
                  </a:lnTo>
                  <a:lnTo>
                    <a:pt x="27590" y="18092"/>
                  </a:lnTo>
                  <a:lnTo>
                    <a:pt x="28116" y="18155"/>
                  </a:lnTo>
                  <a:lnTo>
                    <a:pt x="28601" y="18197"/>
                  </a:lnTo>
                  <a:lnTo>
                    <a:pt x="29064" y="18239"/>
                  </a:lnTo>
                  <a:lnTo>
                    <a:pt x="29506" y="18260"/>
                  </a:lnTo>
                  <a:lnTo>
                    <a:pt x="29927" y="18260"/>
                  </a:lnTo>
                  <a:lnTo>
                    <a:pt x="30328" y="18239"/>
                  </a:lnTo>
                  <a:lnTo>
                    <a:pt x="30707" y="18218"/>
                  </a:lnTo>
                  <a:lnTo>
                    <a:pt x="31065" y="18176"/>
                  </a:lnTo>
                  <a:lnTo>
                    <a:pt x="31402" y="18134"/>
                  </a:lnTo>
                  <a:lnTo>
                    <a:pt x="31718" y="18071"/>
                  </a:lnTo>
                  <a:lnTo>
                    <a:pt x="32033" y="18008"/>
                  </a:lnTo>
                  <a:lnTo>
                    <a:pt x="32328" y="17923"/>
                  </a:lnTo>
                  <a:lnTo>
                    <a:pt x="32602" y="17818"/>
                  </a:lnTo>
                  <a:lnTo>
                    <a:pt x="32855" y="17713"/>
                  </a:lnTo>
                  <a:lnTo>
                    <a:pt x="33339" y="17502"/>
                  </a:lnTo>
                  <a:lnTo>
                    <a:pt x="33802" y="17249"/>
                  </a:lnTo>
                  <a:lnTo>
                    <a:pt x="34224" y="16976"/>
                  </a:lnTo>
                  <a:lnTo>
                    <a:pt x="34603" y="16681"/>
                  </a:lnTo>
                  <a:lnTo>
                    <a:pt x="34982" y="16365"/>
                  </a:lnTo>
                  <a:lnTo>
                    <a:pt x="35740" y="15754"/>
                  </a:lnTo>
                  <a:lnTo>
                    <a:pt x="35740" y="15754"/>
                  </a:lnTo>
                  <a:lnTo>
                    <a:pt x="35930" y="15586"/>
                  </a:lnTo>
                  <a:lnTo>
                    <a:pt x="36140" y="15375"/>
                  </a:lnTo>
                  <a:lnTo>
                    <a:pt x="36625" y="14891"/>
                  </a:lnTo>
                  <a:lnTo>
                    <a:pt x="37151" y="14280"/>
                  </a:lnTo>
                  <a:lnTo>
                    <a:pt x="37720" y="13606"/>
                  </a:lnTo>
                  <a:lnTo>
                    <a:pt x="38330" y="12848"/>
                  </a:lnTo>
                  <a:lnTo>
                    <a:pt x="38941" y="12069"/>
                  </a:lnTo>
                  <a:lnTo>
                    <a:pt x="40142" y="10447"/>
                  </a:lnTo>
                  <a:lnTo>
                    <a:pt x="41279" y="8909"/>
                  </a:lnTo>
                  <a:lnTo>
                    <a:pt x="42206" y="7604"/>
                  </a:lnTo>
                  <a:lnTo>
                    <a:pt x="43069" y="6361"/>
                  </a:lnTo>
                  <a:lnTo>
                    <a:pt x="34497" y="41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103"/>
            <p:cNvSpPr/>
            <p:nvPr/>
          </p:nvSpPr>
          <p:spPr>
            <a:xfrm>
              <a:off x="3469350" y="238125"/>
              <a:ext cx="899275" cy="1212550"/>
            </a:xfrm>
            <a:custGeom>
              <a:avLst/>
              <a:gdLst/>
              <a:ahLst/>
              <a:cxnLst/>
              <a:rect l="l" t="t" r="r" b="b"/>
              <a:pathLst>
                <a:path w="35971" h="48502" extrusionOk="0">
                  <a:moveTo>
                    <a:pt x="28937" y="0"/>
                  </a:moveTo>
                  <a:lnTo>
                    <a:pt x="28010" y="6107"/>
                  </a:lnTo>
                  <a:lnTo>
                    <a:pt x="29779" y="11478"/>
                  </a:lnTo>
                  <a:lnTo>
                    <a:pt x="29632" y="12447"/>
                  </a:lnTo>
                  <a:lnTo>
                    <a:pt x="29463" y="13394"/>
                  </a:lnTo>
                  <a:lnTo>
                    <a:pt x="29253" y="14363"/>
                  </a:lnTo>
                  <a:lnTo>
                    <a:pt x="29000" y="15290"/>
                  </a:lnTo>
                  <a:lnTo>
                    <a:pt x="28747" y="16237"/>
                  </a:lnTo>
                  <a:lnTo>
                    <a:pt x="28452" y="17143"/>
                  </a:lnTo>
                  <a:lnTo>
                    <a:pt x="28137" y="18049"/>
                  </a:lnTo>
                  <a:lnTo>
                    <a:pt x="27800" y="18954"/>
                  </a:lnTo>
                  <a:lnTo>
                    <a:pt x="27442" y="19818"/>
                  </a:lnTo>
                  <a:lnTo>
                    <a:pt x="27062" y="20681"/>
                  </a:lnTo>
                  <a:lnTo>
                    <a:pt x="26683" y="21524"/>
                  </a:lnTo>
                  <a:lnTo>
                    <a:pt x="26283" y="22324"/>
                  </a:lnTo>
                  <a:lnTo>
                    <a:pt x="25904" y="23124"/>
                  </a:lnTo>
                  <a:lnTo>
                    <a:pt x="25483" y="23882"/>
                  </a:lnTo>
                  <a:lnTo>
                    <a:pt x="25083" y="24619"/>
                  </a:lnTo>
                  <a:lnTo>
                    <a:pt x="24683" y="25336"/>
                  </a:lnTo>
                  <a:lnTo>
                    <a:pt x="23903" y="26662"/>
                  </a:lnTo>
                  <a:lnTo>
                    <a:pt x="23145" y="27842"/>
                  </a:lnTo>
                  <a:lnTo>
                    <a:pt x="22450" y="28895"/>
                  </a:lnTo>
                  <a:lnTo>
                    <a:pt x="21818" y="29779"/>
                  </a:lnTo>
                  <a:lnTo>
                    <a:pt x="21313" y="30495"/>
                  </a:lnTo>
                  <a:lnTo>
                    <a:pt x="20913" y="31022"/>
                  </a:lnTo>
                  <a:lnTo>
                    <a:pt x="20576" y="31443"/>
                  </a:lnTo>
                  <a:lnTo>
                    <a:pt x="20049" y="31822"/>
                  </a:lnTo>
                  <a:lnTo>
                    <a:pt x="19481" y="32180"/>
                  </a:lnTo>
                  <a:lnTo>
                    <a:pt x="18870" y="32559"/>
                  </a:lnTo>
                  <a:lnTo>
                    <a:pt x="18196" y="32938"/>
                  </a:lnTo>
                  <a:lnTo>
                    <a:pt x="17480" y="33317"/>
                  </a:lnTo>
                  <a:lnTo>
                    <a:pt x="16743" y="33675"/>
                  </a:lnTo>
                  <a:lnTo>
                    <a:pt x="15964" y="34055"/>
                  </a:lnTo>
                  <a:lnTo>
                    <a:pt x="15163" y="34434"/>
                  </a:lnTo>
                  <a:lnTo>
                    <a:pt x="13500" y="35171"/>
                  </a:lnTo>
                  <a:lnTo>
                    <a:pt x="11773" y="35866"/>
                  </a:lnTo>
                  <a:lnTo>
                    <a:pt x="10046" y="36561"/>
                  </a:lnTo>
                  <a:lnTo>
                    <a:pt x="8340" y="37192"/>
                  </a:lnTo>
                  <a:lnTo>
                    <a:pt x="6697" y="37803"/>
                  </a:lnTo>
                  <a:lnTo>
                    <a:pt x="5139" y="38330"/>
                  </a:lnTo>
                  <a:lnTo>
                    <a:pt x="2485" y="39235"/>
                  </a:lnTo>
                  <a:lnTo>
                    <a:pt x="674" y="39825"/>
                  </a:lnTo>
                  <a:lnTo>
                    <a:pt x="0" y="40036"/>
                  </a:lnTo>
                  <a:lnTo>
                    <a:pt x="653" y="48502"/>
                  </a:lnTo>
                  <a:lnTo>
                    <a:pt x="1516" y="48270"/>
                  </a:lnTo>
                  <a:lnTo>
                    <a:pt x="2527" y="47975"/>
                  </a:lnTo>
                  <a:lnTo>
                    <a:pt x="3854" y="47575"/>
                  </a:lnTo>
                  <a:lnTo>
                    <a:pt x="5455" y="47049"/>
                  </a:lnTo>
                  <a:lnTo>
                    <a:pt x="7266" y="46438"/>
                  </a:lnTo>
                  <a:lnTo>
                    <a:pt x="9245" y="45743"/>
                  </a:lnTo>
                  <a:lnTo>
                    <a:pt x="10298" y="45343"/>
                  </a:lnTo>
                  <a:lnTo>
                    <a:pt x="11352" y="44922"/>
                  </a:lnTo>
                  <a:lnTo>
                    <a:pt x="12447" y="44479"/>
                  </a:lnTo>
                  <a:lnTo>
                    <a:pt x="13542" y="44037"/>
                  </a:lnTo>
                  <a:lnTo>
                    <a:pt x="14637" y="43553"/>
                  </a:lnTo>
                  <a:lnTo>
                    <a:pt x="15753" y="43047"/>
                  </a:lnTo>
                  <a:lnTo>
                    <a:pt x="16848" y="42521"/>
                  </a:lnTo>
                  <a:lnTo>
                    <a:pt x="17943" y="41973"/>
                  </a:lnTo>
                  <a:lnTo>
                    <a:pt x="18996" y="41405"/>
                  </a:lnTo>
                  <a:lnTo>
                    <a:pt x="20049" y="40815"/>
                  </a:lnTo>
                  <a:lnTo>
                    <a:pt x="21060" y="40225"/>
                  </a:lnTo>
                  <a:lnTo>
                    <a:pt x="22029" y="39593"/>
                  </a:lnTo>
                  <a:lnTo>
                    <a:pt x="22977" y="38962"/>
                  </a:lnTo>
                  <a:lnTo>
                    <a:pt x="23861" y="38309"/>
                  </a:lnTo>
                  <a:lnTo>
                    <a:pt x="24704" y="37635"/>
                  </a:lnTo>
                  <a:lnTo>
                    <a:pt x="25083" y="37277"/>
                  </a:lnTo>
                  <a:lnTo>
                    <a:pt x="25462" y="36940"/>
                  </a:lnTo>
                  <a:lnTo>
                    <a:pt x="25820" y="36582"/>
                  </a:lnTo>
                  <a:lnTo>
                    <a:pt x="26178" y="36224"/>
                  </a:lnTo>
                  <a:lnTo>
                    <a:pt x="26494" y="35866"/>
                  </a:lnTo>
                  <a:lnTo>
                    <a:pt x="26810" y="35508"/>
                  </a:lnTo>
                  <a:lnTo>
                    <a:pt x="27378" y="34749"/>
                  </a:lnTo>
                  <a:lnTo>
                    <a:pt x="27926" y="33970"/>
                  </a:lnTo>
                  <a:lnTo>
                    <a:pt x="28452" y="33149"/>
                  </a:lnTo>
                  <a:lnTo>
                    <a:pt x="28937" y="32285"/>
                  </a:lnTo>
                  <a:lnTo>
                    <a:pt x="29400" y="31422"/>
                  </a:lnTo>
                  <a:lnTo>
                    <a:pt x="29821" y="30516"/>
                  </a:lnTo>
                  <a:lnTo>
                    <a:pt x="30243" y="29590"/>
                  </a:lnTo>
                  <a:lnTo>
                    <a:pt x="30622" y="28663"/>
                  </a:lnTo>
                  <a:lnTo>
                    <a:pt x="30980" y="27715"/>
                  </a:lnTo>
                  <a:lnTo>
                    <a:pt x="31317" y="26768"/>
                  </a:lnTo>
                  <a:lnTo>
                    <a:pt x="31611" y="25841"/>
                  </a:lnTo>
                  <a:lnTo>
                    <a:pt x="31906" y="24893"/>
                  </a:lnTo>
                  <a:lnTo>
                    <a:pt x="32159" y="23946"/>
                  </a:lnTo>
                  <a:lnTo>
                    <a:pt x="32412" y="23019"/>
                  </a:lnTo>
                  <a:lnTo>
                    <a:pt x="32643" y="22113"/>
                  </a:lnTo>
                  <a:lnTo>
                    <a:pt x="32833" y="21208"/>
                  </a:lnTo>
                  <a:lnTo>
                    <a:pt x="33191" y="19502"/>
                  </a:lnTo>
                  <a:lnTo>
                    <a:pt x="33486" y="17901"/>
                  </a:lnTo>
                  <a:lnTo>
                    <a:pt x="33696" y="16469"/>
                  </a:lnTo>
                  <a:lnTo>
                    <a:pt x="33865" y="15227"/>
                  </a:lnTo>
                  <a:lnTo>
                    <a:pt x="33991" y="14195"/>
                  </a:lnTo>
                  <a:lnTo>
                    <a:pt x="34076" y="13415"/>
                  </a:lnTo>
                  <a:lnTo>
                    <a:pt x="34139" y="12763"/>
                  </a:lnTo>
                  <a:lnTo>
                    <a:pt x="34455" y="12299"/>
                  </a:lnTo>
                  <a:lnTo>
                    <a:pt x="34749" y="11815"/>
                  </a:lnTo>
                  <a:lnTo>
                    <a:pt x="35002" y="11330"/>
                  </a:lnTo>
                  <a:lnTo>
                    <a:pt x="35234" y="10825"/>
                  </a:lnTo>
                  <a:lnTo>
                    <a:pt x="35423" y="10341"/>
                  </a:lnTo>
                  <a:lnTo>
                    <a:pt x="35571" y="9835"/>
                  </a:lnTo>
                  <a:lnTo>
                    <a:pt x="35697" y="9351"/>
                  </a:lnTo>
                  <a:lnTo>
                    <a:pt x="35802" y="8845"/>
                  </a:lnTo>
                  <a:lnTo>
                    <a:pt x="35887" y="8361"/>
                  </a:lnTo>
                  <a:lnTo>
                    <a:pt x="35929" y="7877"/>
                  </a:lnTo>
                  <a:lnTo>
                    <a:pt x="35971" y="7392"/>
                  </a:lnTo>
                  <a:lnTo>
                    <a:pt x="35971" y="6929"/>
                  </a:lnTo>
                  <a:lnTo>
                    <a:pt x="35971" y="6466"/>
                  </a:lnTo>
                  <a:lnTo>
                    <a:pt x="35950" y="6023"/>
                  </a:lnTo>
                  <a:lnTo>
                    <a:pt x="35908" y="5581"/>
                  </a:lnTo>
                  <a:lnTo>
                    <a:pt x="35866" y="5160"/>
                  </a:lnTo>
                  <a:lnTo>
                    <a:pt x="35718" y="4338"/>
                  </a:lnTo>
                  <a:lnTo>
                    <a:pt x="35571" y="3601"/>
                  </a:lnTo>
                  <a:lnTo>
                    <a:pt x="35381" y="2948"/>
                  </a:lnTo>
                  <a:lnTo>
                    <a:pt x="35213" y="2401"/>
                  </a:lnTo>
                  <a:lnTo>
                    <a:pt x="35044" y="1938"/>
                  </a:lnTo>
                  <a:lnTo>
                    <a:pt x="34918" y="1601"/>
                  </a:lnTo>
                  <a:lnTo>
                    <a:pt x="34792" y="1306"/>
                  </a:lnTo>
                  <a:lnTo>
                    <a:pt x="28937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03"/>
            <p:cNvSpPr/>
            <p:nvPr/>
          </p:nvSpPr>
          <p:spPr>
            <a:xfrm>
              <a:off x="3469350" y="238125"/>
              <a:ext cx="899275" cy="1212550"/>
            </a:xfrm>
            <a:custGeom>
              <a:avLst/>
              <a:gdLst/>
              <a:ahLst/>
              <a:cxnLst/>
              <a:rect l="l" t="t" r="r" b="b"/>
              <a:pathLst>
                <a:path w="35971" h="48502" fill="none" extrusionOk="0">
                  <a:moveTo>
                    <a:pt x="0" y="40036"/>
                  </a:moveTo>
                  <a:lnTo>
                    <a:pt x="0" y="40036"/>
                  </a:lnTo>
                  <a:lnTo>
                    <a:pt x="674" y="39825"/>
                  </a:lnTo>
                  <a:lnTo>
                    <a:pt x="2485" y="39235"/>
                  </a:lnTo>
                  <a:lnTo>
                    <a:pt x="5139" y="38330"/>
                  </a:lnTo>
                  <a:lnTo>
                    <a:pt x="6697" y="37803"/>
                  </a:lnTo>
                  <a:lnTo>
                    <a:pt x="8340" y="37192"/>
                  </a:lnTo>
                  <a:lnTo>
                    <a:pt x="10046" y="36561"/>
                  </a:lnTo>
                  <a:lnTo>
                    <a:pt x="11773" y="35866"/>
                  </a:lnTo>
                  <a:lnTo>
                    <a:pt x="13500" y="35171"/>
                  </a:lnTo>
                  <a:lnTo>
                    <a:pt x="15163" y="34434"/>
                  </a:lnTo>
                  <a:lnTo>
                    <a:pt x="15964" y="34055"/>
                  </a:lnTo>
                  <a:lnTo>
                    <a:pt x="16743" y="33675"/>
                  </a:lnTo>
                  <a:lnTo>
                    <a:pt x="17480" y="33317"/>
                  </a:lnTo>
                  <a:lnTo>
                    <a:pt x="18196" y="32938"/>
                  </a:lnTo>
                  <a:lnTo>
                    <a:pt x="18870" y="32559"/>
                  </a:lnTo>
                  <a:lnTo>
                    <a:pt x="19481" y="32180"/>
                  </a:lnTo>
                  <a:lnTo>
                    <a:pt x="20049" y="31822"/>
                  </a:lnTo>
                  <a:lnTo>
                    <a:pt x="20576" y="31443"/>
                  </a:lnTo>
                  <a:lnTo>
                    <a:pt x="20576" y="31443"/>
                  </a:lnTo>
                  <a:lnTo>
                    <a:pt x="20913" y="31022"/>
                  </a:lnTo>
                  <a:lnTo>
                    <a:pt x="21313" y="30495"/>
                  </a:lnTo>
                  <a:lnTo>
                    <a:pt x="21818" y="29779"/>
                  </a:lnTo>
                  <a:lnTo>
                    <a:pt x="22450" y="28895"/>
                  </a:lnTo>
                  <a:lnTo>
                    <a:pt x="23145" y="27842"/>
                  </a:lnTo>
                  <a:lnTo>
                    <a:pt x="23903" y="26662"/>
                  </a:lnTo>
                  <a:lnTo>
                    <a:pt x="24683" y="25336"/>
                  </a:lnTo>
                  <a:lnTo>
                    <a:pt x="25083" y="24619"/>
                  </a:lnTo>
                  <a:lnTo>
                    <a:pt x="25483" y="23882"/>
                  </a:lnTo>
                  <a:lnTo>
                    <a:pt x="25904" y="23124"/>
                  </a:lnTo>
                  <a:lnTo>
                    <a:pt x="26283" y="22324"/>
                  </a:lnTo>
                  <a:lnTo>
                    <a:pt x="26683" y="21524"/>
                  </a:lnTo>
                  <a:lnTo>
                    <a:pt x="27062" y="20681"/>
                  </a:lnTo>
                  <a:lnTo>
                    <a:pt x="27442" y="19818"/>
                  </a:lnTo>
                  <a:lnTo>
                    <a:pt x="27800" y="18954"/>
                  </a:lnTo>
                  <a:lnTo>
                    <a:pt x="28137" y="18049"/>
                  </a:lnTo>
                  <a:lnTo>
                    <a:pt x="28452" y="17143"/>
                  </a:lnTo>
                  <a:lnTo>
                    <a:pt x="28747" y="16237"/>
                  </a:lnTo>
                  <a:lnTo>
                    <a:pt x="29000" y="15290"/>
                  </a:lnTo>
                  <a:lnTo>
                    <a:pt x="29253" y="14363"/>
                  </a:lnTo>
                  <a:lnTo>
                    <a:pt x="29463" y="13394"/>
                  </a:lnTo>
                  <a:lnTo>
                    <a:pt x="29632" y="12447"/>
                  </a:lnTo>
                  <a:lnTo>
                    <a:pt x="29779" y="11478"/>
                  </a:lnTo>
                  <a:lnTo>
                    <a:pt x="28010" y="6107"/>
                  </a:lnTo>
                  <a:lnTo>
                    <a:pt x="28937" y="0"/>
                  </a:lnTo>
                  <a:lnTo>
                    <a:pt x="34792" y="1306"/>
                  </a:lnTo>
                  <a:lnTo>
                    <a:pt x="34792" y="1306"/>
                  </a:lnTo>
                  <a:lnTo>
                    <a:pt x="34918" y="1601"/>
                  </a:lnTo>
                  <a:lnTo>
                    <a:pt x="35044" y="1938"/>
                  </a:lnTo>
                  <a:lnTo>
                    <a:pt x="35213" y="2401"/>
                  </a:lnTo>
                  <a:lnTo>
                    <a:pt x="35381" y="2948"/>
                  </a:lnTo>
                  <a:lnTo>
                    <a:pt x="35571" y="3601"/>
                  </a:lnTo>
                  <a:lnTo>
                    <a:pt x="35718" y="4338"/>
                  </a:lnTo>
                  <a:lnTo>
                    <a:pt x="35866" y="5160"/>
                  </a:lnTo>
                  <a:lnTo>
                    <a:pt x="35908" y="5581"/>
                  </a:lnTo>
                  <a:lnTo>
                    <a:pt x="35950" y="6023"/>
                  </a:lnTo>
                  <a:lnTo>
                    <a:pt x="35971" y="6466"/>
                  </a:lnTo>
                  <a:lnTo>
                    <a:pt x="35971" y="6929"/>
                  </a:lnTo>
                  <a:lnTo>
                    <a:pt x="35971" y="7392"/>
                  </a:lnTo>
                  <a:lnTo>
                    <a:pt x="35929" y="7877"/>
                  </a:lnTo>
                  <a:lnTo>
                    <a:pt x="35887" y="8361"/>
                  </a:lnTo>
                  <a:lnTo>
                    <a:pt x="35802" y="8845"/>
                  </a:lnTo>
                  <a:lnTo>
                    <a:pt x="35697" y="9351"/>
                  </a:lnTo>
                  <a:lnTo>
                    <a:pt x="35571" y="9835"/>
                  </a:lnTo>
                  <a:lnTo>
                    <a:pt x="35423" y="10341"/>
                  </a:lnTo>
                  <a:lnTo>
                    <a:pt x="35234" y="10825"/>
                  </a:lnTo>
                  <a:lnTo>
                    <a:pt x="35002" y="11330"/>
                  </a:lnTo>
                  <a:lnTo>
                    <a:pt x="34749" y="11815"/>
                  </a:lnTo>
                  <a:lnTo>
                    <a:pt x="34455" y="12299"/>
                  </a:lnTo>
                  <a:lnTo>
                    <a:pt x="34139" y="12763"/>
                  </a:lnTo>
                  <a:lnTo>
                    <a:pt x="34139" y="12763"/>
                  </a:lnTo>
                  <a:lnTo>
                    <a:pt x="34076" y="13415"/>
                  </a:lnTo>
                  <a:lnTo>
                    <a:pt x="33991" y="14195"/>
                  </a:lnTo>
                  <a:lnTo>
                    <a:pt x="33865" y="15227"/>
                  </a:lnTo>
                  <a:lnTo>
                    <a:pt x="33696" y="16469"/>
                  </a:lnTo>
                  <a:lnTo>
                    <a:pt x="33486" y="17901"/>
                  </a:lnTo>
                  <a:lnTo>
                    <a:pt x="33191" y="19502"/>
                  </a:lnTo>
                  <a:lnTo>
                    <a:pt x="32833" y="21208"/>
                  </a:lnTo>
                  <a:lnTo>
                    <a:pt x="32643" y="22113"/>
                  </a:lnTo>
                  <a:lnTo>
                    <a:pt x="32412" y="23019"/>
                  </a:lnTo>
                  <a:lnTo>
                    <a:pt x="32159" y="23946"/>
                  </a:lnTo>
                  <a:lnTo>
                    <a:pt x="31906" y="24893"/>
                  </a:lnTo>
                  <a:lnTo>
                    <a:pt x="31611" y="25841"/>
                  </a:lnTo>
                  <a:lnTo>
                    <a:pt x="31317" y="26768"/>
                  </a:lnTo>
                  <a:lnTo>
                    <a:pt x="30980" y="27715"/>
                  </a:lnTo>
                  <a:lnTo>
                    <a:pt x="30622" y="28663"/>
                  </a:lnTo>
                  <a:lnTo>
                    <a:pt x="30243" y="29590"/>
                  </a:lnTo>
                  <a:lnTo>
                    <a:pt x="29821" y="30516"/>
                  </a:lnTo>
                  <a:lnTo>
                    <a:pt x="29400" y="31422"/>
                  </a:lnTo>
                  <a:lnTo>
                    <a:pt x="28937" y="32285"/>
                  </a:lnTo>
                  <a:lnTo>
                    <a:pt x="28452" y="33149"/>
                  </a:lnTo>
                  <a:lnTo>
                    <a:pt x="27926" y="33970"/>
                  </a:lnTo>
                  <a:lnTo>
                    <a:pt x="27378" y="34749"/>
                  </a:lnTo>
                  <a:lnTo>
                    <a:pt x="26810" y="35508"/>
                  </a:lnTo>
                  <a:lnTo>
                    <a:pt x="26810" y="35508"/>
                  </a:lnTo>
                  <a:lnTo>
                    <a:pt x="26494" y="35866"/>
                  </a:lnTo>
                  <a:lnTo>
                    <a:pt x="26178" y="36224"/>
                  </a:lnTo>
                  <a:lnTo>
                    <a:pt x="25820" y="36582"/>
                  </a:lnTo>
                  <a:lnTo>
                    <a:pt x="25462" y="36940"/>
                  </a:lnTo>
                  <a:lnTo>
                    <a:pt x="25083" y="37277"/>
                  </a:lnTo>
                  <a:lnTo>
                    <a:pt x="24704" y="37635"/>
                  </a:lnTo>
                  <a:lnTo>
                    <a:pt x="23861" y="38309"/>
                  </a:lnTo>
                  <a:lnTo>
                    <a:pt x="22977" y="38962"/>
                  </a:lnTo>
                  <a:lnTo>
                    <a:pt x="22029" y="39593"/>
                  </a:lnTo>
                  <a:lnTo>
                    <a:pt x="21060" y="40225"/>
                  </a:lnTo>
                  <a:lnTo>
                    <a:pt x="20049" y="40815"/>
                  </a:lnTo>
                  <a:lnTo>
                    <a:pt x="18996" y="41405"/>
                  </a:lnTo>
                  <a:lnTo>
                    <a:pt x="17943" y="41973"/>
                  </a:lnTo>
                  <a:lnTo>
                    <a:pt x="16848" y="42521"/>
                  </a:lnTo>
                  <a:lnTo>
                    <a:pt x="15753" y="43047"/>
                  </a:lnTo>
                  <a:lnTo>
                    <a:pt x="14637" y="43553"/>
                  </a:lnTo>
                  <a:lnTo>
                    <a:pt x="13542" y="44037"/>
                  </a:lnTo>
                  <a:lnTo>
                    <a:pt x="12447" y="44479"/>
                  </a:lnTo>
                  <a:lnTo>
                    <a:pt x="11352" y="44922"/>
                  </a:lnTo>
                  <a:lnTo>
                    <a:pt x="10298" y="45343"/>
                  </a:lnTo>
                  <a:lnTo>
                    <a:pt x="9245" y="45743"/>
                  </a:lnTo>
                  <a:lnTo>
                    <a:pt x="7266" y="46438"/>
                  </a:lnTo>
                  <a:lnTo>
                    <a:pt x="5455" y="47049"/>
                  </a:lnTo>
                  <a:lnTo>
                    <a:pt x="3854" y="47575"/>
                  </a:lnTo>
                  <a:lnTo>
                    <a:pt x="2527" y="47975"/>
                  </a:lnTo>
                  <a:lnTo>
                    <a:pt x="1516" y="48270"/>
                  </a:lnTo>
                  <a:lnTo>
                    <a:pt x="653" y="48502"/>
                  </a:lnTo>
                  <a:lnTo>
                    <a:pt x="0" y="40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103"/>
            <p:cNvSpPr/>
            <p:nvPr/>
          </p:nvSpPr>
          <p:spPr>
            <a:xfrm>
              <a:off x="2485825" y="1119475"/>
              <a:ext cx="1336825" cy="1541125"/>
            </a:xfrm>
            <a:custGeom>
              <a:avLst/>
              <a:gdLst/>
              <a:ahLst/>
              <a:cxnLst/>
              <a:rect l="l" t="t" r="r" b="b"/>
              <a:pathLst>
                <a:path w="53473" h="61645" extrusionOk="0">
                  <a:moveTo>
                    <a:pt x="47133" y="1"/>
                  </a:moveTo>
                  <a:lnTo>
                    <a:pt x="46775" y="106"/>
                  </a:lnTo>
                  <a:lnTo>
                    <a:pt x="45828" y="359"/>
                  </a:lnTo>
                  <a:lnTo>
                    <a:pt x="44332" y="717"/>
                  </a:lnTo>
                  <a:lnTo>
                    <a:pt x="43448" y="928"/>
                  </a:lnTo>
                  <a:lnTo>
                    <a:pt x="42437" y="1138"/>
                  </a:lnTo>
                  <a:lnTo>
                    <a:pt x="41384" y="1349"/>
                  </a:lnTo>
                  <a:lnTo>
                    <a:pt x="40247" y="1538"/>
                  </a:lnTo>
                  <a:lnTo>
                    <a:pt x="39046" y="1728"/>
                  </a:lnTo>
                  <a:lnTo>
                    <a:pt x="37825" y="1896"/>
                  </a:lnTo>
                  <a:lnTo>
                    <a:pt x="36561" y="2044"/>
                  </a:lnTo>
                  <a:lnTo>
                    <a:pt x="35297" y="2170"/>
                  </a:lnTo>
                  <a:lnTo>
                    <a:pt x="34013" y="2233"/>
                  </a:lnTo>
                  <a:lnTo>
                    <a:pt x="32770" y="2254"/>
                  </a:lnTo>
                  <a:lnTo>
                    <a:pt x="31928" y="2275"/>
                  </a:lnTo>
                  <a:lnTo>
                    <a:pt x="31106" y="2339"/>
                  </a:lnTo>
                  <a:lnTo>
                    <a:pt x="30264" y="2423"/>
                  </a:lnTo>
                  <a:lnTo>
                    <a:pt x="29443" y="2549"/>
                  </a:lnTo>
                  <a:lnTo>
                    <a:pt x="28621" y="2697"/>
                  </a:lnTo>
                  <a:lnTo>
                    <a:pt x="27800" y="2886"/>
                  </a:lnTo>
                  <a:lnTo>
                    <a:pt x="26979" y="3097"/>
                  </a:lnTo>
                  <a:lnTo>
                    <a:pt x="26178" y="3328"/>
                  </a:lnTo>
                  <a:lnTo>
                    <a:pt x="25357" y="3602"/>
                  </a:lnTo>
                  <a:lnTo>
                    <a:pt x="24578" y="3876"/>
                  </a:lnTo>
                  <a:lnTo>
                    <a:pt x="23777" y="4171"/>
                  </a:lnTo>
                  <a:lnTo>
                    <a:pt x="22998" y="4487"/>
                  </a:lnTo>
                  <a:lnTo>
                    <a:pt x="22219" y="4803"/>
                  </a:lnTo>
                  <a:lnTo>
                    <a:pt x="21461" y="5161"/>
                  </a:lnTo>
                  <a:lnTo>
                    <a:pt x="19945" y="5856"/>
                  </a:lnTo>
                  <a:lnTo>
                    <a:pt x="18491" y="6593"/>
                  </a:lnTo>
                  <a:lnTo>
                    <a:pt x="17101" y="7309"/>
                  </a:lnTo>
                  <a:lnTo>
                    <a:pt x="14490" y="8720"/>
                  </a:lnTo>
                  <a:lnTo>
                    <a:pt x="13289" y="9373"/>
                  </a:lnTo>
                  <a:lnTo>
                    <a:pt x="12152" y="9962"/>
                  </a:lnTo>
                  <a:lnTo>
                    <a:pt x="11120" y="10468"/>
                  </a:lnTo>
                  <a:lnTo>
                    <a:pt x="10636" y="10679"/>
                  </a:lnTo>
                  <a:lnTo>
                    <a:pt x="10173" y="10889"/>
                  </a:lnTo>
                  <a:lnTo>
                    <a:pt x="9941" y="10973"/>
                  </a:lnTo>
                  <a:lnTo>
                    <a:pt x="9709" y="11100"/>
                  </a:lnTo>
                  <a:lnTo>
                    <a:pt x="9499" y="11247"/>
                  </a:lnTo>
                  <a:lnTo>
                    <a:pt x="9267" y="11395"/>
                  </a:lnTo>
                  <a:lnTo>
                    <a:pt x="9035" y="11584"/>
                  </a:lnTo>
                  <a:lnTo>
                    <a:pt x="8804" y="11774"/>
                  </a:lnTo>
                  <a:lnTo>
                    <a:pt x="8361" y="12216"/>
                  </a:lnTo>
                  <a:lnTo>
                    <a:pt x="7898" y="12721"/>
                  </a:lnTo>
                  <a:lnTo>
                    <a:pt x="7435" y="13269"/>
                  </a:lnTo>
                  <a:lnTo>
                    <a:pt x="6992" y="13880"/>
                  </a:lnTo>
                  <a:lnTo>
                    <a:pt x="6550" y="14533"/>
                  </a:lnTo>
                  <a:lnTo>
                    <a:pt x="6108" y="15228"/>
                  </a:lnTo>
                  <a:lnTo>
                    <a:pt x="5687" y="15965"/>
                  </a:lnTo>
                  <a:lnTo>
                    <a:pt x="5244" y="16723"/>
                  </a:lnTo>
                  <a:lnTo>
                    <a:pt x="4844" y="17502"/>
                  </a:lnTo>
                  <a:lnTo>
                    <a:pt x="4423" y="18302"/>
                  </a:lnTo>
                  <a:lnTo>
                    <a:pt x="4044" y="19103"/>
                  </a:lnTo>
                  <a:lnTo>
                    <a:pt x="3286" y="20745"/>
                  </a:lnTo>
                  <a:lnTo>
                    <a:pt x="2591" y="22346"/>
                  </a:lnTo>
                  <a:lnTo>
                    <a:pt x="1959" y="23883"/>
                  </a:lnTo>
                  <a:lnTo>
                    <a:pt x="1390" y="25315"/>
                  </a:lnTo>
                  <a:lnTo>
                    <a:pt x="906" y="26579"/>
                  </a:lnTo>
                  <a:lnTo>
                    <a:pt x="253" y="28453"/>
                  </a:lnTo>
                  <a:lnTo>
                    <a:pt x="0" y="29169"/>
                  </a:lnTo>
                  <a:lnTo>
                    <a:pt x="11141" y="35130"/>
                  </a:lnTo>
                  <a:lnTo>
                    <a:pt x="13226" y="28980"/>
                  </a:lnTo>
                  <a:lnTo>
                    <a:pt x="13690" y="32687"/>
                  </a:lnTo>
                  <a:lnTo>
                    <a:pt x="14174" y="36688"/>
                  </a:lnTo>
                  <a:lnTo>
                    <a:pt x="14722" y="41595"/>
                  </a:lnTo>
                  <a:lnTo>
                    <a:pt x="15016" y="44228"/>
                  </a:lnTo>
                  <a:lnTo>
                    <a:pt x="15290" y="46944"/>
                  </a:lnTo>
                  <a:lnTo>
                    <a:pt x="15543" y="49661"/>
                  </a:lnTo>
                  <a:lnTo>
                    <a:pt x="15775" y="52336"/>
                  </a:lnTo>
                  <a:lnTo>
                    <a:pt x="15964" y="54947"/>
                  </a:lnTo>
                  <a:lnTo>
                    <a:pt x="16112" y="57390"/>
                  </a:lnTo>
                  <a:lnTo>
                    <a:pt x="16196" y="59644"/>
                  </a:lnTo>
                  <a:lnTo>
                    <a:pt x="16238" y="60676"/>
                  </a:lnTo>
                  <a:lnTo>
                    <a:pt x="16238" y="61644"/>
                  </a:lnTo>
                  <a:lnTo>
                    <a:pt x="44859" y="61223"/>
                  </a:lnTo>
                  <a:lnTo>
                    <a:pt x="43595" y="16049"/>
                  </a:lnTo>
                  <a:lnTo>
                    <a:pt x="53472" y="11310"/>
                  </a:lnTo>
                  <a:lnTo>
                    <a:pt x="471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103"/>
            <p:cNvSpPr/>
            <p:nvPr/>
          </p:nvSpPr>
          <p:spPr>
            <a:xfrm>
              <a:off x="2485825" y="1119475"/>
              <a:ext cx="1336825" cy="1541125"/>
            </a:xfrm>
            <a:custGeom>
              <a:avLst/>
              <a:gdLst/>
              <a:ahLst/>
              <a:cxnLst/>
              <a:rect l="l" t="t" r="r" b="b"/>
              <a:pathLst>
                <a:path w="53473" h="61645" fill="none" extrusionOk="0">
                  <a:moveTo>
                    <a:pt x="44859" y="61223"/>
                  </a:moveTo>
                  <a:lnTo>
                    <a:pt x="43595" y="16049"/>
                  </a:lnTo>
                  <a:lnTo>
                    <a:pt x="53472" y="11310"/>
                  </a:lnTo>
                  <a:lnTo>
                    <a:pt x="47133" y="1"/>
                  </a:lnTo>
                  <a:lnTo>
                    <a:pt x="47133" y="1"/>
                  </a:lnTo>
                  <a:lnTo>
                    <a:pt x="46775" y="106"/>
                  </a:lnTo>
                  <a:lnTo>
                    <a:pt x="45828" y="359"/>
                  </a:lnTo>
                  <a:lnTo>
                    <a:pt x="44332" y="717"/>
                  </a:lnTo>
                  <a:lnTo>
                    <a:pt x="43448" y="928"/>
                  </a:lnTo>
                  <a:lnTo>
                    <a:pt x="42437" y="1138"/>
                  </a:lnTo>
                  <a:lnTo>
                    <a:pt x="41384" y="1349"/>
                  </a:lnTo>
                  <a:lnTo>
                    <a:pt x="40247" y="1538"/>
                  </a:lnTo>
                  <a:lnTo>
                    <a:pt x="39046" y="1728"/>
                  </a:lnTo>
                  <a:lnTo>
                    <a:pt x="37825" y="1896"/>
                  </a:lnTo>
                  <a:lnTo>
                    <a:pt x="36561" y="2044"/>
                  </a:lnTo>
                  <a:lnTo>
                    <a:pt x="35297" y="2170"/>
                  </a:lnTo>
                  <a:lnTo>
                    <a:pt x="34013" y="2233"/>
                  </a:lnTo>
                  <a:lnTo>
                    <a:pt x="32770" y="2254"/>
                  </a:lnTo>
                  <a:lnTo>
                    <a:pt x="32770" y="2254"/>
                  </a:lnTo>
                  <a:lnTo>
                    <a:pt x="31928" y="2275"/>
                  </a:lnTo>
                  <a:lnTo>
                    <a:pt x="31106" y="2339"/>
                  </a:lnTo>
                  <a:lnTo>
                    <a:pt x="30264" y="2423"/>
                  </a:lnTo>
                  <a:lnTo>
                    <a:pt x="29443" y="2549"/>
                  </a:lnTo>
                  <a:lnTo>
                    <a:pt x="28621" y="2697"/>
                  </a:lnTo>
                  <a:lnTo>
                    <a:pt x="27800" y="2886"/>
                  </a:lnTo>
                  <a:lnTo>
                    <a:pt x="26979" y="3097"/>
                  </a:lnTo>
                  <a:lnTo>
                    <a:pt x="26178" y="3328"/>
                  </a:lnTo>
                  <a:lnTo>
                    <a:pt x="25357" y="3602"/>
                  </a:lnTo>
                  <a:lnTo>
                    <a:pt x="24578" y="3876"/>
                  </a:lnTo>
                  <a:lnTo>
                    <a:pt x="23777" y="4171"/>
                  </a:lnTo>
                  <a:lnTo>
                    <a:pt x="22998" y="4487"/>
                  </a:lnTo>
                  <a:lnTo>
                    <a:pt x="22219" y="4803"/>
                  </a:lnTo>
                  <a:lnTo>
                    <a:pt x="21461" y="5161"/>
                  </a:lnTo>
                  <a:lnTo>
                    <a:pt x="19945" y="5856"/>
                  </a:lnTo>
                  <a:lnTo>
                    <a:pt x="18491" y="6593"/>
                  </a:lnTo>
                  <a:lnTo>
                    <a:pt x="17101" y="7309"/>
                  </a:lnTo>
                  <a:lnTo>
                    <a:pt x="14490" y="8720"/>
                  </a:lnTo>
                  <a:lnTo>
                    <a:pt x="13289" y="9373"/>
                  </a:lnTo>
                  <a:lnTo>
                    <a:pt x="12152" y="9962"/>
                  </a:lnTo>
                  <a:lnTo>
                    <a:pt x="11120" y="10468"/>
                  </a:lnTo>
                  <a:lnTo>
                    <a:pt x="10636" y="10679"/>
                  </a:lnTo>
                  <a:lnTo>
                    <a:pt x="10173" y="10889"/>
                  </a:lnTo>
                  <a:lnTo>
                    <a:pt x="10173" y="10889"/>
                  </a:lnTo>
                  <a:lnTo>
                    <a:pt x="9941" y="10973"/>
                  </a:lnTo>
                  <a:lnTo>
                    <a:pt x="9709" y="11100"/>
                  </a:lnTo>
                  <a:lnTo>
                    <a:pt x="9499" y="11247"/>
                  </a:lnTo>
                  <a:lnTo>
                    <a:pt x="9267" y="11395"/>
                  </a:lnTo>
                  <a:lnTo>
                    <a:pt x="9035" y="11584"/>
                  </a:lnTo>
                  <a:lnTo>
                    <a:pt x="8804" y="11774"/>
                  </a:lnTo>
                  <a:lnTo>
                    <a:pt x="8361" y="12216"/>
                  </a:lnTo>
                  <a:lnTo>
                    <a:pt x="7898" y="12721"/>
                  </a:lnTo>
                  <a:lnTo>
                    <a:pt x="7435" y="13269"/>
                  </a:lnTo>
                  <a:lnTo>
                    <a:pt x="6992" y="13880"/>
                  </a:lnTo>
                  <a:lnTo>
                    <a:pt x="6550" y="14533"/>
                  </a:lnTo>
                  <a:lnTo>
                    <a:pt x="6108" y="15228"/>
                  </a:lnTo>
                  <a:lnTo>
                    <a:pt x="5687" y="15965"/>
                  </a:lnTo>
                  <a:lnTo>
                    <a:pt x="5244" y="16723"/>
                  </a:lnTo>
                  <a:lnTo>
                    <a:pt x="4844" y="17502"/>
                  </a:lnTo>
                  <a:lnTo>
                    <a:pt x="4423" y="18302"/>
                  </a:lnTo>
                  <a:lnTo>
                    <a:pt x="4044" y="19103"/>
                  </a:lnTo>
                  <a:lnTo>
                    <a:pt x="3286" y="20745"/>
                  </a:lnTo>
                  <a:lnTo>
                    <a:pt x="2591" y="22346"/>
                  </a:lnTo>
                  <a:lnTo>
                    <a:pt x="1959" y="23883"/>
                  </a:lnTo>
                  <a:lnTo>
                    <a:pt x="1390" y="25315"/>
                  </a:lnTo>
                  <a:lnTo>
                    <a:pt x="906" y="26579"/>
                  </a:lnTo>
                  <a:lnTo>
                    <a:pt x="253" y="28453"/>
                  </a:lnTo>
                  <a:lnTo>
                    <a:pt x="0" y="29169"/>
                  </a:lnTo>
                  <a:lnTo>
                    <a:pt x="11141" y="35130"/>
                  </a:lnTo>
                  <a:lnTo>
                    <a:pt x="13226" y="28980"/>
                  </a:lnTo>
                  <a:lnTo>
                    <a:pt x="13226" y="28980"/>
                  </a:lnTo>
                  <a:lnTo>
                    <a:pt x="13690" y="32687"/>
                  </a:lnTo>
                  <a:lnTo>
                    <a:pt x="14174" y="36688"/>
                  </a:lnTo>
                  <a:lnTo>
                    <a:pt x="14722" y="41595"/>
                  </a:lnTo>
                  <a:lnTo>
                    <a:pt x="15016" y="44228"/>
                  </a:lnTo>
                  <a:lnTo>
                    <a:pt x="15290" y="46944"/>
                  </a:lnTo>
                  <a:lnTo>
                    <a:pt x="15543" y="49661"/>
                  </a:lnTo>
                  <a:lnTo>
                    <a:pt x="15775" y="52336"/>
                  </a:lnTo>
                  <a:lnTo>
                    <a:pt x="15964" y="54947"/>
                  </a:lnTo>
                  <a:lnTo>
                    <a:pt x="16112" y="57390"/>
                  </a:lnTo>
                  <a:lnTo>
                    <a:pt x="16196" y="59644"/>
                  </a:lnTo>
                  <a:lnTo>
                    <a:pt x="16238" y="60676"/>
                  </a:lnTo>
                  <a:lnTo>
                    <a:pt x="16238" y="61644"/>
                  </a:lnTo>
                  <a:lnTo>
                    <a:pt x="44859" y="612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03"/>
            <p:cNvSpPr/>
            <p:nvPr/>
          </p:nvSpPr>
          <p:spPr>
            <a:xfrm>
              <a:off x="2485825" y="1119475"/>
              <a:ext cx="1336825" cy="1407925"/>
            </a:xfrm>
            <a:custGeom>
              <a:avLst/>
              <a:gdLst/>
              <a:ahLst/>
              <a:cxnLst/>
              <a:rect l="l" t="t" r="r" b="b"/>
              <a:pathLst>
                <a:path w="53473" h="56317" extrusionOk="0">
                  <a:moveTo>
                    <a:pt x="47133" y="1"/>
                  </a:moveTo>
                  <a:lnTo>
                    <a:pt x="46775" y="106"/>
                  </a:lnTo>
                  <a:lnTo>
                    <a:pt x="45828" y="359"/>
                  </a:lnTo>
                  <a:lnTo>
                    <a:pt x="44332" y="717"/>
                  </a:lnTo>
                  <a:lnTo>
                    <a:pt x="43448" y="928"/>
                  </a:lnTo>
                  <a:lnTo>
                    <a:pt x="42437" y="1138"/>
                  </a:lnTo>
                  <a:lnTo>
                    <a:pt x="41384" y="1349"/>
                  </a:lnTo>
                  <a:lnTo>
                    <a:pt x="40247" y="1538"/>
                  </a:lnTo>
                  <a:lnTo>
                    <a:pt x="39046" y="1728"/>
                  </a:lnTo>
                  <a:lnTo>
                    <a:pt x="37825" y="1896"/>
                  </a:lnTo>
                  <a:lnTo>
                    <a:pt x="36561" y="2044"/>
                  </a:lnTo>
                  <a:lnTo>
                    <a:pt x="35297" y="2170"/>
                  </a:lnTo>
                  <a:lnTo>
                    <a:pt x="34013" y="2233"/>
                  </a:lnTo>
                  <a:lnTo>
                    <a:pt x="32770" y="2254"/>
                  </a:lnTo>
                  <a:lnTo>
                    <a:pt x="31970" y="2275"/>
                  </a:lnTo>
                  <a:lnTo>
                    <a:pt x="31191" y="2318"/>
                  </a:lnTo>
                  <a:lnTo>
                    <a:pt x="30411" y="2402"/>
                  </a:lnTo>
                  <a:lnTo>
                    <a:pt x="29632" y="2528"/>
                  </a:lnTo>
                  <a:lnTo>
                    <a:pt x="29864" y="2718"/>
                  </a:lnTo>
                  <a:lnTo>
                    <a:pt x="30117" y="2907"/>
                  </a:lnTo>
                  <a:lnTo>
                    <a:pt x="30390" y="3097"/>
                  </a:lnTo>
                  <a:lnTo>
                    <a:pt x="30664" y="3265"/>
                  </a:lnTo>
                  <a:lnTo>
                    <a:pt x="30938" y="3413"/>
                  </a:lnTo>
                  <a:lnTo>
                    <a:pt x="31254" y="3560"/>
                  </a:lnTo>
                  <a:lnTo>
                    <a:pt x="31570" y="3686"/>
                  </a:lnTo>
                  <a:lnTo>
                    <a:pt x="31886" y="3813"/>
                  </a:lnTo>
                  <a:lnTo>
                    <a:pt x="31907" y="3918"/>
                  </a:lnTo>
                  <a:lnTo>
                    <a:pt x="31886" y="4234"/>
                  </a:lnTo>
                  <a:lnTo>
                    <a:pt x="31844" y="4445"/>
                  </a:lnTo>
                  <a:lnTo>
                    <a:pt x="31801" y="4676"/>
                  </a:lnTo>
                  <a:lnTo>
                    <a:pt x="31717" y="4929"/>
                  </a:lnTo>
                  <a:lnTo>
                    <a:pt x="31591" y="5182"/>
                  </a:lnTo>
                  <a:lnTo>
                    <a:pt x="31401" y="5435"/>
                  </a:lnTo>
                  <a:lnTo>
                    <a:pt x="31296" y="5561"/>
                  </a:lnTo>
                  <a:lnTo>
                    <a:pt x="31191" y="5687"/>
                  </a:lnTo>
                  <a:lnTo>
                    <a:pt x="31043" y="5814"/>
                  </a:lnTo>
                  <a:lnTo>
                    <a:pt x="30896" y="5919"/>
                  </a:lnTo>
                  <a:lnTo>
                    <a:pt x="30727" y="6024"/>
                  </a:lnTo>
                  <a:lnTo>
                    <a:pt x="30559" y="6129"/>
                  </a:lnTo>
                  <a:lnTo>
                    <a:pt x="30348" y="6235"/>
                  </a:lnTo>
                  <a:lnTo>
                    <a:pt x="30138" y="6319"/>
                  </a:lnTo>
                  <a:lnTo>
                    <a:pt x="29885" y="6382"/>
                  </a:lnTo>
                  <a:lnTo>
                    <a:pt x="29632" y="6445"/>
                  </a:lnTo>
                  <a:lnTo>
                    <a:pt x="29358" y="6509"/>
                  </a:lnTo>
                  <a:lnTo>
                    <a:pt x="29043" y="6530"/>
                  </a:lnTo>
                  <a:lnTo>
                    <a:pt x="28727" y="6551"/>
                  </a:lnTo>
                  <a:lnTo>
                    <a:pt x="28369" y="6572"/>
                  </a:lnTo>
                  <a:lnTo>
                    <a:pt x="27842" y="6551"/>
                  </a:lnTo>
                  <a:lnTo>
                    <a:pt x="27274" y="6509"/>
                  </a:lnTo>
                  <a:lnTo>
                    <a:pt x="26157" y="6361"/>
                  </a:lnTo>
                  <a:lnTo>
                    <a:pt x="25146" y="6235"/>
                  </a:lnTo>
                  <a:lnTo>
                    <a:pt x="24220" y="6087"/>
                  </a:lnTo>
                  <a:lnTo>
                    <a:pt x="23398" y="5940"/>
                  </a:lnTo>
                  <a:lnTo>
                    <a:pt x="22640" y="5793"/>
                  </a:lnTo>
                  <a:lnTo>
                    <a:pt x="21987" y="5645"/>
                  </a:lnTo>
                  <a:lnTo>
                    <a:pt x="20934" y="5392"/>
                  </a:lnTo>
                  <a:lnTo>
                    <a:pt x="20134" y="5771"/>
                  </a:lnTo>
                  <a:lnTo>
                    <a:pt x="19334" y="6151"/>
                  </a:lnTo>
                  <a:lnTo>
                    <a:pt x="17796" y="6951"/>
                  </a:lnTo>
                  <a:lnTo>
                    <a:pt x="16301" y="7730"/>
                  </a:lnTo>
                  <a:lnTo>
                    <a:pt x="14911" y="8509"/>
                  </a:lnTo>
                  <a:lnTo>
                    <a:pt x="13584" y="9225"/>
                  </a:lnTo>
                  <a:lnTo>
                    <a:pt x="12342" y="9878"/>
                  </a:lnTo>
                  <a:lnTo>
                    <a:pt x="11205" y="10426"/>
                  </a:lnTo>
                  <a:lnTo>
                    <a:pt x="10678" y="10679"/>
                  </a:lnTo>
                  <a:lnTo>
                    <a:pt x="10173" y="10889"/>
                  </a:lnTo>
                  <a:lnTo>
                    <a:pt x="9941" y="10973"/>
                  </a:lnTo>
                  <a:lnTo>
                    <a:pt x="9709" y="11100"/>
                  </a:lnTo>
                  <a:lnTo>
                    <a:pt x="9499" y="11247"/>
                  </a:lnTo>
                  <a:lnTo>
                    <a:pt x="9267" y="11395"/>
                  </a:lnTo>
                  <a:lnTo>
                    <a:pt x="9035" y="11584"/>
                  </a:lnTo>
                  <a:lnTo>
                    <a:pt x="8804" y="11774"/>
                  </a:lnTo>
                  <a:lnTo>
                    <a:pt x="8361" y="12216"/>
                  </a:lnTo>
                  <a:lnTo>
                    <a:pt x="7898" y="12721"/>
                  </a:lnTo>
                  <a:lnTo>
                    <a:pt x="7435" y="13269"/>
                  </a:lnTo>
                  <a:lnTo>
                    <a:pt x="6992" y="13880"/>
                  </a:lnTo>
                  <a:lnTo>
                    <a:pt x="6550" y="14533"/>
                  </a:lnTo>
                  <a:lnTo>
                    <a:pt x="6108" y="15228"/>
                  </a:lnTo>
                  <a:lnTo>
                    <a:pt x="5687" y="15965"/>
                  </a:lnTo>
                  <a:lnTo>
                    <a:pt x="5244" y="16723"/>
                  </a:lnTo>
                  <a:lnTo>
                    <a:pt x="4844" y="17502"/>
                  </a:lnTo>
                  <a:lnTo>
                    <a:pt x="4423" y="18302"/>
                  </a:lnTo>
                  <a:lnTo>
                    <a:pt x="4044" y="19103"/>
                  </a:lnTo>
                  <a:lnTo>
                    <a:pt x="3286" y="20745"/>
                  </a:lnTo>
                  <a:lnTo>
                    <a:pt x="2591" y="22346"/>
                  </a:lnTo>
                  <a:lnTo>
                    <a:pt x="1959" y="23883"/>
                  </a:lnTo>
                  <a:lnTo>
                    <a:pt x="1390" y="25315"/>
                  </a:lnTo>
                  <a:lnTo>
                    <a:pt x="906" y="26579"/>
                  </a:lnTo>
                  <a:lnTo>
                    <a:pt x="253" y="28453"/>
                  </a:lnTo>
                  <a:lnTo>
                    <a:pt x="0" y="29169"/>
                  </a:lnTo>
                  <a:lnTo>
                    <a:pt x="11141" y="35130"/>
                  </a:lnTo>
                  <a:lnTo>
                    <a:pt x="13226" y="28980"/>
                  </a:lnTo>
                  <a:lnTo>
                    <a:pt x="13584" y="31697"/>
                  </a:lnTo>
                  <a:lnTo>
                    <a:pt x="13942" y="34729"/>
                  </a:lnTo>
                  <a:lnTo>
                    <a:pt x="14385" y="38520"/>
                  </a:lnTo>
                  <a:lnTo>
                    <a:pt x="14869" y="42817"/>
                  </a:lnTo>
                  <a:lnTo>
                    <a:pt x="15332" y="47387"/>
                  </a:lnTo>
                  <a:lnTo>
                    <a:pt x="15543" y="49682"/>
                  </a:lnTo>
                  <a:lnTo>
                    <a:pt x="15732" y="51957"/>
                  </a:lnTo>
                  <a:lnTo>
                    <a:pt x="15901" y="54189"/>
                  </a:lnTo>
                  <a:lnTo>
                    <a:pt x="16048" y="56316"/>
                  </a:lnTo>
                  <a:lnTo>
                    <a:pt x="16048" y="55874"/>
                  </a:lnTo>
                  <a:lnTo>
                    <a:pt x="44669" y="54631"/>
                  </a:lnTo>
                  <a:lnTo>
                    <a:pt x="43595" y="16049"/>
                  </a:lnTo>
                  <a:lnTo>
                    <a:pt x="53472" y="11310"/>
                  </a:lnTo>
                  <a:lnTo>
                    <a:pt x="52209" y="9057"/>
                  </a:lnTo>
                  <a:lnTo>
                    <a:pt x="48123" y="1770"/>
                  </a:lnTo>
                  <a:lnTo>
                    <a:pt x="471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103"/>
            <p:cNvSpPr/>
            <p:nvPr/>
          </p:nvSpPr>
          <p:spPr>
            <a:xfrm>
              <a:off x="2485825" y="1119475"/>
              <a:ext cx="1336825" cy="1407925"/>
            </a:xfrm>
            <a:custGeom>
              <a:avLst/>
              <a:gdLst/>
              <a:ahLst/>
              <a:cxnLst/>
              <a:rect l="l" t="t" r="r" b="b"/>
              <a:pathLst>
                <a:path w="53473" h="56317" fill="none" extrusionOk="0">
                  <a:moveTo>
                    <a:pt x="47133" y="1"/>
                  </a:moveTo>
                  <a:lnTo>
                    <a:pt x="47133" y="1"/>
                  </a:lnTo>
                  <a:lnTo>
                    <a:pt x="46775" y="106"/>
                  </a:lnTo>
                  <a:lnTo>
                    <a:pt x="45828" y="359"/>
                  </a:lnTo>
                  <a:lnTo>
                    <a:pt x="44332" y="717"/>
                  </a:lnTo>
                  <a:lnTo>
                    <a:pt x="43448" y="928"/>
                  </a:lnTo>
                  <a:lnTo>
                    <a:pt x="42437" y="1138"/>
                  </a:lnTo>
                  <a:lnTo>
                    <a:pt x="41384" y="1349"/>
                  </a:lnTo>
                  <a:lnTo>
                    <a:pt x="40247" y="1538"/>
                  </a:lnTo>
                  <a:lnTo>
                    <a:pt x="39046" y="1728"/>
                  </a:lnTo>
                  <a:lnTo>
                    <a:pt x="37825" y="1896"/>
                  </a:lnTo>
                  <a:lnTo>
                    <a:pt x="36561" y="2044"/>
                  </a:lnTo>
                  <a:lnTo>
                    <a:pt x="35297" y="2170"/>
                  </a:lnTo>
                  <a:lnTo>
                    <a:pt x="34013" y="2233"/>
                  </a:lnTo>
                  <a:lnTo>
                    <a:pt x="32770" y="2254"/>
                  </a:lnTo>
                  <a:lnTo>
                    <a:pt x="32770" y="2254"/>
                  </a:lnTo>
                  <a:lnTo>
                    <a:pt x="31970" y="2275"/>
                  </a:lnTo>
                  <a:lnTo>
                    <a:pt x="31191" y="2318"/>
                  </a:lnTo>
                  <a:lnTo>
                    <a:pt x="30411" y="2402"/>
                  </a:lnTo>
                  <a:lnTo>
                    <a:pt x="29632" y="2528"/>
                  </a:lnTo>
                  <a:lnTo>
                    <a:pt x="29632" y="2528"/>
                  </a:lnTo>
                  <a:lnTo>
                    <a:pt x="29864" y="2718"/>
                  </a:lnTo>
                  <a:lnTo>
                    <a:pt x="30117" y="2907"/>
                  </a:lnTo>
                  <a:lnTo>
                    <a:pt x="30390" y="3097"/>
                  </a:lnTo>
                  <a:lnTo>
                    <a:pt x="30664" y="3265"/>
                  </a:lnTo>
                  <a:lnTo>
                    <a:pt x="30938" y="3413"/>
                  </a:lnTo>
                  <a:lnTo>
                    <a:pt x="31254" y="3560"/>
                  </a:lnTo>
                  <a:lnTo>
                    <a:pt x="31570" y="3686"/>
                  </a:lnTo>
                  <a:lnTo>
                    <a:pt x="31886" y="3813"/>
                  </a:lnTo>
                  <a:lnTo>
                    <a:pt x="31886" y="3813"/>
                  </a:lnTo>
                  <a:lnTo>
                    <a:pt x="31907" y="3918"/>
                  </a:lnTo>
                  <a:lnTo>
                    <a:pt x="31886" y="4234"/>
                  </a:lnTo>
                  <a:lnTo>
                    <a:pt x="31844" y="4445"/>
                  </a:lnTo>
                  <a:lnTo>
                    <a:pt x="31801" y="4676"/>
                  </a:lnTo>
                  <a:lnTo>
                    <a:pt x="31717" y="4929"/>
                  </a:lnTo>
                  <a:lnTo>
                    <a:pt x="31591" y="5182"/>
                  </a:lnTo>
                  <a:lnTo>
                    <a:pt x="31401" y="5435"/>
                  </a:lnTo>
                  <a:lnTo>
                    <a:pt x="31296" y="5561"/>
                  </a:lnTo>
                  <a:lnTo>
                    <a:pt x="31191" y="5687"/>
                  </a:lnTo>
                  <a:lnTo>
                    <a:pt x="31043" y="5814"/>
                  </a:lnTo>
                  <a:lnTo>
                    <a:pt x="30896" y="5919"/>
                  </a:lnTo>
                  <a:lnTo>
                    <a:pt x="30727" y="6024"/>
                  </a:lnTo>
                  <a:lnTo>
                    <a:pt x="30559" y="6129"/>
                  </a:lnTo>
                  <a:lnTo>
                    <a:pt x="30348" y="6235"/>
                  </a:lnTo>
                  <a:lnTo>
                    <a:pt x="30138" y="6319"/>
                  </a:lnTo>
                  <a:lnTo>
                    <a:pt x="29885" y="6382"/>
                  </a:lnTo>
                  <a:lnTo>
                    <a:pt x="29632" y="6445"/>
                  </a:lnTo>
                  <a:lnTo>
                    <a:pt x="29358" y="6509"/>
                  </a:lnTo>
                  <a:lnTo>
                    <a:pt x="29043" y="6530"/>
                  </a:lnTo>
                  <a:lnTo>
                    <a:pt x="28727" y="6551"/>
                  </a:lnTo>
                  <a:lnTo>
                    <a:pt x="28369" y="6572"/>
                  </a:lnTo>
                  <a:lnTo>
                    <a:pt x="28369" y="6572"/>
                  </a:lnTo>
                  <a:lnTo>
                    <a:pt x="27842" y="6551"/>
                  </a:lnTo>
                  <a:lnTo>
                    <a:pt x="27274" y="6509"/>
                  </a:lnTo>
                  <a:lnTo>
                    <a:pt x="27274" y="6509"/>
                  </a:lnTo>
                  <a:lnTo>
                    <a:pt x="26157" y="6361"/>
                  </a:lnTo>
                  <a:lnTo>
                    <a:pt x="25146" y="6235"/>
                  </a:lnTo>
                  <a:lnTo>
                    <a:pt x="24220" y="6087"/>
                  </a:lnTo>
                  <a:lnTo>
                    <a:pt x="23398" y="5940"/>
                  </a:lnTo>
                  <a:lnTo>
                    <a:pt x="22640" y="5793"/>
                  </a:lnTo>
                  <a:lnTo>
                    <a:pt x="21987" y="5645"/>
                  </a:lnTo>
                  <a:lnTo>
                    <a:pt x="20934" y="5392"/>
                  </a:lnTo>
                  <a:lnTo>
                    <a:pt x="20934" y="5392"/>
                  </a:lnTo>
                  <a:lnTo>
                    <a:pt x="20134" y="5771"/>
                  </a:lnTo>
                  <a:lnTo>
                    <a:pt x="19334" y="6151"/>
                  </a:lnTo>
                  <a:lnTo>
                    <a:pt x="17796" y="6951"/>
                  </a:lnTo>
                  <a:lnTo>
                    <a:pt x="16301" y="7730"/>
                  </a:lnTo>
                  <a:lnTo>
                    <a:pt x="14911" y="8509"/>
                  </a:lnTo>
                  <a:lnTo>
                    <a:pt x="13584" y="9225"/>
                  </a:lnTo>
                  <a:lnTo>
                    <a:pt x="12342" y="9878"/>
                  </a:lnTo>
                  <a:lnTo>
                    <a:pt x="11205" y="10426"/>
                  </a:lnTo>
                  <a:lnTo>
                    <a:pt x="10678" y="10679"/>
                  </a:lnTo>
                  <a:lnTo>
                    <a:pt x="10173" y="10889"/>
                  </a:lnTo>
                  <a:lnTo>
                    <a:pt x="10173" y="10889"/>
                  </a:lnTo>
                  <a:lnTo>
                    <a:pt x="9941" y="10973"/>
                  </a:lnTo>
                  <a:lnTo>
                    <a:pt x="9709" y="11100"/>
                  </a:lnTo>
                  <a:lnTo>
                    <a:pt x="9499" y="11247"/>
                  </a:lnTo>
                  <a:lnTo>
                    <a:pt x="9267" y="11395"/>
                  </a:lnTo>
                  <a:lnTo>
                    <a:pt x="9035" y="11584"/>
                  </a:lnTo>
                  <a:lnTo>
                    <a:pt x="8804" y="11774"/>
                  </a:lnTo>
                  <a:lnTo>
                    <a:pt x="8361" y="12216"/>
                  </a:lnTo>
                  <a:lnTo>
                    <a:pt x="7898" y="12721"/>
                  </a:lnTo>
                  <a:lnTo>
                    <a:pt x="7435" y="13269"/>
                  </a:lnTo>
                  <a:lnTo>
                    <a:pt x="6992" y="13880"/>
                  </a:lnTo>
                  <a:lnTo>
                    <a:pt x="6550" y="14533"/>
                  </a:lnTo>
                  <a:lnTo>
                    <a:pt x="6108" y="15228"/>
                  </a:lnTo>
                  <a:lnTo>
                    <a:pt x="5687" y="15965"/>
                  </a:lnTo>
                  <a:lnTo>
                    <a:pt x="5244" y="16723"/>
                  </a:lnTo>
                  <a:lnTo>
                    <a:pt x="4844" y="17502"/>
                  </a:lnTo>
                  <a:lnTo>
                    <a:pt x="4423" y="18302"/>
                  </a:lnTo>
                  <a:lnTo>
                    <a:pt x="4044" y="19103"/>
                  </a:lnTo>
                  <a:lnTo>
                    <a:pt x="3286" y="20745"/>
                  </a:lnTo>
                  <a:lnTo>
                    <a:pt x="2591" y="22346"/>
                  </a:lnTo>
                  <a:lnTo>
                    <a:pt x="1959" y="23883"/>
                  </a:lnTo>
                  <a:lnTo>
                    <a:pt x="1390" y="25315"/>
                  </a:lnTo>
                  <a:lnTo>
                    <a:pt x="906" y="26579"/>
                  </a:lnTo>
                  <a:lnTo>
                    <a:pt x="253" y="28453"/>
                  </a:lnTo>
                  <a:lnTo>
                    <a:pt x="0" y="29169"/>
                  </a:lnTo>
                  <a:lnTo>
                    <a:pt x="11141" y="35130"/>
                  </a:lnTo>
                  <a:lnTo>
                    <a:pt x="13226" y="28980"/>
                  </a:lnTo>
                  <a:lnTo>
                    <a:pt x="13226" y="28980"/>
                  </a:lnTo>
                  <a:lnTo>
                    <a:pt x="13584" y="31697"/>
                  </a:lnTo>
                  <a:lnTo>
                    <a:pt x="13942" y="34729"/>
                  </a:lnTo>
                  <a:lnTo>
                    <a:pt x="14385" y="38520"/>
                  </a:lnTo>
                  <a:lnTo>
                    <a:pt x="14869" y="42817"/>
                  </a:lnTo>
                  <a:lnTo>
                    <a:pt x="15332" y="47387"/>
                  </a:lnTo>
                  <a:lnTo>
                    <a:pt x="15543" y="49682"/>
                  </a:lnTo>
                  <a:lnTo>
                    <a:pt x="15732" y="51957"/>
                  </a:lnTo>
                  <a:lnTo>
                    <a:pt x="15901" y="54189"/>
                  </a:lnTo>
                  <a:lnTo>
                    <a:pt x="16048" y="56316"/>
                  </a:lnTo>
                  <a:lnTo>
                    <a:pt x="16048" y="56316"/>
                  </a:lnTo>
                  <a:lnTo>
                    <a:pt x="16048" y="55874"/>
                  </a:lnTo>
                  <a:lnTo>
                    <a:pt x="44669" y="54631"/>
                  </a:lnTo>
                  <a:lnTo>
                    <a:pt x="43595" y="16049"/>
                  </a:lnTo>
                  <a:lnTo>
                    <a:pt x="53472" y="11310"/>
                  </a:lnTo>
                  <a:lnTo>
                    <a:pt x="52209" y="9057"/>
                  </a:lnTo>
                  <a:lnTo>
                    <a:pt x="48123" y="1770"/>
                  </a:lnTo>
                  <a:lnTo>
                    <a:pt x="471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103"/>
            <p:cNvSpPr/>
            <p:nvPr/>
          </p:nvSpPr>
          <p:spPr>
            <a:xfrm>
              <a:off x="2743825" y="389750"/>
              <a:ext cx="622350" cy="683950"/>
            </a:xfrm>
            <a:custGeom>
              <a:avLst/>
              <a:gdLst/>
              <a:ahLst/>
              <a:cxnLst/>
              <a:rect l="l" t="t" r="r" b="b"/>
              <a:pathLst>
                <a:path w="24894" h="27358" extrusionOk="0">
                  <a:moveTo>
                    <a:pt x="12868" y="0"/>
                  </a:moveTo>
                  <a:lnTo>
                    <a:pt x="12594" y="21"/>
                  </a:lnTo>
                  <a:lnTo>
                    <a:pt x="12299" y="64"/>
                  </a:lnTo>
                  <a:lnTo>
                    <a:pt x="11962" y="127"/>
                  </a:lnTo>
                  <a:lnTo>
                    <a:pt x="11204" y="274"/>
                  </a:lnTo>
                  <a:lnTo>
                    <a:pt x="10509" y="464"/>
                  </a:lnTo>
                  <a:lnTo>
                    <a:pt x="9814" y="695"/>
                  </a:lnTo>
                  <a:lnTo>
                    <a:pt x="9140" y="969"/>
                  </a:lnTo>
                  <a:lnTo>
                    <a:pt x="8487" y="1264"/>
                  </a:lnTo>
                  <a:lnTo>
                    <a:pt x="7855" y="1601"/>
                  </a:lnTo>
                  <a:lnTo>
                    <a:pt x="7245" y="1980"/>
                  </a:lnTo>
                  <a:lnTo>
                    <a:pt x="6676" y="2401"/>
                  </a:lnTo>
                  <a:lnTo>
                    <a:pt x="6107" y="2844"/>
                  </a:lnTo>
                  <a:lnTo>
                    <a:pt x="5581" y="3307"/>
                  </a:lnTo>
                  <a:lnTo>
                    <a:pt x="5076" y="3812"/>
                  </a:lnTo>
                  <a:lnTo>
                    <a:pt x="4612" y="4360"/>
                  </a:lnTo>
                  <a:lnTo>
                    <a:pt x="4170" y="4928"/>
                  </a:lnTo>
                  <a:lnTo>
                    <a:pt x="3749" y="5518"/>
                  </a:lnTo>
                  <a:lnTo>
                    <a:pt x="3391" y="6129"/>
                  </a:lnTo>
                  <a:lnTo>
                    <a:pt x="3054" y="6782"/>
                  </a:lnTo>
                  <a:lnTo>
                    <a:pt x="2738" y="7435"/>
                  </a:lnTo>
                  <a:lnTo>
                    <a:pt x="2275" y="7624"/>
                  </a:lnTo>
                  <a:lnTo>
                    <a:pt x="1832" y="7835"/>
                  </a:lnTo>
                  <a:lnTo>
                    <a:pt x="1474" y="8066"/>
                  </a:lnTo>
                  <a:lnTo>
                    <a:pt x="1137" y="8319"/>
                  </a:lnTo>
                  <a:lnTo>
                    <a:pt x="863" y="8593"/>
                  </a:lnTo>
                  <a:lnTo>
                    <a:pt x="632" y="8888"/>
                  </a:lnTo>
                  <a:lnTo>
                    <a:pt x="442" y="9204"/>
                  </a:lnTo>
                  <a:lnTo>
                    <a:pt x="274" y="9499"/>
                  </a:lnTo>
                  <a:lnTo>
                    <a:pt x="168" y="9836"/>
                  </a:lnTo>
                  <a:lnTo>
                    <a:pt x="84" y="10172"/>
                  </a:lnTo>
                  <a:lnTo>
                    <a:pt x="21" y="10509"/>
                  </a:lnTo>
                  <a:lnTo>
                    <a:pt x="0" y="10846"/>
                  </a:lnTo>
                  <a:lnTo>
                    <a:pt x="0" y="11204"/>
                  </a:lnTo>
                  <a:lnTo>
                    <a:pt x="21" y="11541"/>
                  </a:lnTo>
                  <a:lnTo>
                    <a:pt x="63" y="11899"/>
                  </a:lnTo>
                  <a:lnTo>
                    <a:pt x="126" y="12236"/>
                  </a:lnTo>
                  <a:lnTo>
                    <a:pt x="211" y="12573"/>
                  </a:lnTo>
                  <a:lnTo>
                    <a:pt x="295" y="12889"/>
                  </a:lnTo>
                  <a:lnTo>
                    <a:pt x="527" y="13521"/>
                  </a:lnTo>
                  <a:lnTo>
                    <a:pt x="758" y="14111"/>
                  </a:lnTo>
                  <a:lnTo>
                    <a:pt x="990" y="14616"/>
                  </a:lnTo>
                  <a:lnTo>
                    <a:pt x="1221" y="15037"/>
                  </a:lnTo>
                  <a:lnTo>
                    <a:pt x="1411" y="15353"/>
                  </a:lnTo>
                  <a:lnTo>
                    <a:pt x="1580" y="15627"/>
                  </a:lnTo>
                  <a:lnTo>
                    <a:pt x="1285" y="16048"/>
                  </a:lnTo>
                  <a:lnTo>
                    <a:pt x="1053" y="16448"/>
                  </a:lnTo>
                  <a:lnTo>
                    <a:pt x="842" y="16828"/>
                  </a:lnTo>
                  <a:lnTo>
                    <a:pt x="695" y="17207"/>
                  </a:lnTo>
                  <a:lnTo>
                    <a:pt x="569" y="17565"/>
                  </a:lnTo>
                  <a:lnTo>
                    <a:pt x="484" y="17902"/>
                  </a:lnTo>
                  <a:lnTo>
                    <a:pt x="421" y="18218"/>
                  </a:lnTo>
                  <a:lnTo>
                    <a:pt x="400" y="18533"/>
                  </a:lnTo>
                  <a:lnTo>
                    <a:pt x="400" y="18828"/>
                  </a:lnTo>
                  <a:lnTo>
                    <a:pt x="421" y="19123"/>
                  </a:lnTo>
                  <a:lnTo>
                    <a:pt x="484" y="19376"/>
                  </a:lnTo>
                  <a:lnTo>
                    <a:pt x="548" y="19629"/>
                  </a:lnTo>
                  <a:lnTo>
                    <a:pt x="653" y="19881"/>
                  </a:lnTo>
                  <a:lnTo>
                    <a:pt x="758" y="20092"/>
                  </a:lnTo>
                  <a:lnTo>
                    <a:pt x="885" y="20324"/>
                  </a:lnTo>
                  <a:lnTo>
                    <a:pt x="1011" y="20513"/>
                  </a:lnTo>
                  <a:lnTo>
                    <a:pt x="1158" y="20703"/>
                  </a:lnTo>
                  <a:lnTo>
                    <a:pt x="1306" y="20871"/>
                  </a:lnTo>
                  <a:lnTo>
                    <a:pt x="1622" y="21187"/>
                  </a:lnTo>
                  <a:lnTo>
                    <a:pt x="1938" y="21440"/>
                  </a:lnTo>
                  <a:lnTo>
                    <a:pt x="2232" y="21629"/>
                  </a:lnTo>
                  <a:lnTo>
                    <a:pt x="2506" y="21798"/>
                  </a:lnTo>
                  <a:lnTo>
                    <a:pt x="2717" y="21903"/>
                  </a:lnTo>
                  <a:lnTo>
                    <a:pt x="2906" y="21987"/>
                  </a:lnTo>
                  <a:lnTo>
                    <a:pt x="3054" y="22556"/>
                  </a:lnTo>
                  <a:lnTo>
                    <a:pt x="3243" y="23061"/>
                  </a:lnTo>
                  <a:lnTo>
                    <a:pt x="3454" y="23546"/>
                  </a:lnTo>
                  <a:lnTo>
                    <a:pt x="3707" y="23988"/>
                  </a:lnTo>
                  <a:lnTo>
                    <a:pt x="3959" y="24388"/>
                  </a:lnTo>
                  <a:lnTo>
                    <a:pt x="4254" y="24767"/>
                  </a:lnTo>
                  <a:lnTo>
                    <a:pt x="4591" y="25104"/>
                  </a:lnTo>
                  <a:lnTo>
                    <a:pt x="4907" y="25420"/>
                  </a:lnTo>
                  <a:lnTo>
                    <a:pt x="5265" y="25694"/>
                  </a:lnTo>
                  <a:lnTo>
                    <a:pt x="5644" y="25947"/>
                  </a:lnTo>
                  <a:lnTo>
                    <a:pt x="6023" y="26178"/>
                  </a:lnTo>
                  <a:lnTo>
                    <a:pt x="6402" y="26389"/>
                  </a:lnTo>
                  <a:lnTo>
                    <a:pt x="6802" y="26557"/>
                  </a:lnTo>
                  <a:lnTo>
                    <a:pt x="7182" y="26705"/>
                  </a:lnTo>
                  <a:lnTo>
                    <a:pt x="7582" y="26852"/>
                  </a:lnTo>
                  <a:lnTo>
                    <a:pt x="7982" y="26958"/>
                  </a:lnTo>
                  <a:lnTo>
                    <a:pt x="8382" y="27063"/>
                  </a:lnTo>
                  <a:lnTo>
                    <a:pt x="8761" y="27147"/>
                  </a:lnTo>
                  <a:lnTo>
                    <a:pt x="9498" y="27252"/>
                  </a:lnTo>
                  <a:lnTo>
                    <a:pt x="10172" y="27337"/>
                  </a:lnTo>
                  <a:lnTo>
                    <a:pt x="10783" y="27358"/>
                  </a:lnTo>
                  <a:lnTo>
                    <a:pt x="11688" y="27358"/>
                  </a:lnTo>
                  <a:lnTo>
                    <a:pt x="12004" y="27337"/>
                  </a:lnTo>
                  <a:lnTo>
                    <a:pt x="18954" y="7603"/>
                  </a:lnTo>
                  <a:lnTo>
                    <a:pt x="19249" y="7519"/>
                  </a:lnTo>
                  <a:lnTo>
                    <a:pt x="19607" y="7435"/>
                  </a:lnTo>
                  <a:lnTo>
                    <a:pt x="20049" y="7287"/>
                  </a:lnTo>
                  <a:lnTo>
                    <a:pt x="20555" y="7098"/>
                  </a:lnTo>
                  <a:lnTo>
                    <a:pt x="21123" y="6866"/>
                  </a:lnTo>
                  <a:lnTo>
                    <a:pt x="21713" y="6571"/>
                  </a:lnTo>
                  <a:lnTo>
                    <a:pt x="22324" y="6255"/>
                  </a:lnTo>
                  <a:lnTo>
                    <a:pt x="22619" y="6066"/>
                  </a:lnTo>
                  <a:lnTo>
                    <a:pt x="22914" y="5876"/>
                  </a:lnTo>
                  <a:lnTo>
                    <a:pt x="23208" y="5687"/>
                  </a:lnTo>
                  <a:lnTo>
                    <a:pt x="23482" y="5476"/>
                  </a:lnTo>
                  <a:lnTo>
                    <a:pt x="23735" y="5244"/>
                  </a:lnTo>
                  <a:lnTo>
                    <a:pt x="23967" y="5013"/>
                  </a:lnTo>
                  <a:lnTo>
                    <a:pt x="24177" y="4760"/>
                  </a:lnTo>
                  <a:lnTo>
                    <a:pt x="24367" y="4486"/>
                  </a:lnTo>
                  <a:lnTo>
                    <a:pt x="24535" y="4233"/>
                  </a:lnTo>
                  <a:lnTo>
                    <a:pt x="24683" y="3939"/>
                  </a:lnTo>
                  <a:lnTo>
                    <a:pt x="24788" y="3644"/>
                  </a:lnTo>
                  <a:lnTo>
                    <a:pt x="24851" y="3328"/>
                  </a:lnTo>
                  <a:lnTo>
                    <a:pt x="24893" y="3012"/>
                  </a:lnTo>
                  <a:lnTo>
                    <a:pt x="24872" y="2675"/>
                  </a:lnTo>
                  <a:lnTo>
                    <a:pt x="24830" y="2317"/>
                  </a:lnTo>
                  <a:lnTo>
                    <a:pt x="24725" y="1959"/>
                  </a:lnTo>
                  <a:lnTo>
                    <a:pt x="24662" y="1790"/>
                  </a:lnTo>
                  <a:lnTo>
                    <a:pt x="24577" y="1622"/>
                  </a:lnTo>
                  <a:lnTo>
                    <a:pt x="24493" y="1454"/>
                  </a:lnTo>
                  <a:lnTo>
                    <a:pt x="24388" y="1306"/>
                  </a:lnTo>
                  <a:lnTo>
                    <a:pt x="24282" y="1180"/>
                  </a:lnTo>
                  <a:lnTo>
                    <a:pt x="24177" y="1053"/>
                  </a:lnTo>
                  <a:lnTo>
                    <a:pt x="24051" y="927"/>
                  </a:lnTo>
                  <a:lnTo>
                    <a:pt x="23903" y="822"/>
                  </a:lnTo>
                  <a:lnTo>
                    <a:pt x="23609" y="632"/>
                  </a:lnTo>
                  <a:lnTo>
                    <a:pt x="23293" y="464"/>
                  </a:lnTo>
                  <a:lnTo>
                    <a:pt x="22935" y="337"/>
                  </a:lnTo>
                  <a:lnTo>
                    <a:pt x="22556" y="253"/>
                  </a:lnTo>
                  <a:lnTo>
                    <a:pt x="22155" y="169"/>
                  </a:lnTo>
                  <a:lnTo>
                    <a:pt x="21734" y="127"/>
                  </a:lnTo>
                  <a:lnTo>
                    <a:pt x="21313" y="106"/>
                  </a:lnTo>
                  <a:lnTo>
                    <a:pt x="20871" y="106"/>
                  </a:lnTo>
                  <a:lnTo>
                    <a:pt x="20428" y="127"/>
                  </a:lnTo>
                  <a:lnTo>
                    <a:pt x="19965" y="169"/>
                  </a:lnTo>
                  <a:lnTo>
                    <a:pt x="19502" y="232"/>
                  </a:lnTo>
                  <a:lnTo>
                    <a:pt x="19038" y="295"/>
                  </a:lnTo>
                  <a:lnTo>
                    <a:pt x="18154" y="464"/>
                  </a:lnTo>
                  <a:lnTo>
                    <a:pt x="17290" y="653"/>
                  </a:lnTo>
                  <a:lnTo>
                    <a:pt x="16490" y="864"/>
                  </a:lnTo>
                  <a:lnTo>
                    <a:pt x="15795" y="1074"/>
                  </a:lnTo>
                  <a:lnTo>
                    <a:pt x="15184" y="1264"/>
                  </a:lnTo>
                  <a:lnTo>
                    <a:pt x="14742" y="1411"/>
                  </a:lnTo>
                  <a:lnTo>
                    <a:pt x="14342" y="1559"/>
                  </a:lnTo>
                  <a:lnTo>
                    <a:pt x="14384" y="1454"/>
                  </a:lnTo>
                  <a:lnTo>
                    <a:pt x="14468" y="1201"/>
                  </a:lnTo>
                  <a:lnTo>
                    <a:pt x="14511" y="1053"/>
                  </a:lnTo>
                  <a:lnTo>
                    <a:pt x="14511" y="864"/>
                  </a:lnTo>
                  <a:lnTo>
                    <a:pt x="14489" y="695"/>
                  </a:lnTo>
                  <a:lnTo>
                    <a:pt x="14426" y="527"/>
                  </a:lnTo>
                  <a:lnTo>
                    <a:pt x="14363" y="443"/>
                  </a:lnTo>
                  <a:lnTo>
                    <a:pt x="14300" y="358"/>
                  </a:lnTo>
                  <a:lnTo>
                    <a:pt x="14216" y="274"/>
                  </a:lnTo>
                  <a:lnTo>
                    <a:pt x="14131" y="211"/>
                  </a:lnTo>
                  <a:lnTo>
                    <a:pt x="14005" y="148"/>
                  </a:lnTo>
                  <a:lnTo>
                    <a:pt x="13879" y="106"/>
                  </a:lnTo>
                  <a:lnTo>
                    <a:pt x="13731" y="64"/>
                  </a:lnTo>
                  <a:lnTo>
                    <a:pt x="13542" y="21"/>
                  </a:lnTo>
                  <a:lnTo>
                    <a:pt x="133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03"/>
            <p:cNvSpPr/>
            <p:nvPr/>
          </p:nvSpPr>
          <p:spPr>
            <a:xfrm>
              <a:off x="2846475" y="579300"/>
              <a:ext cx="473875" cy="704475"/>
            </a:xfrm>
            <a:custGeom>
              <a:avLst/>
              <a:gdLst/>
              <a:ahLst/>
              <a:cxnLst/>
              <a:rect l="l" t="t" r="r" b="b"/>
              <a:pathLst>
                <a:path w="18955" h="28179" extrusionOk="0">
                  <a:moveTo>
                    <a:pt x="14785" y="0"/>
                  </a:moveTo>
                  <a:lnTo>
                    <a:pt x="14280" y="316"/>
                  </a:lnTo>
                  <a:lnTo>
                    <a:pt x="13753" y="590"/>
                  </a:lnTo>
                  <a:lnTo>
                    <a:pt x="13206" y="842"/>
                  </a:lnTo>
                  <a:lnTo>
                    <a:pt x="12679" y="1074"/>
                  </a:lnTo>
                  <a:lnTo>
                    <a:pt x="12131" y="1285"/>
                  </a:lnTo>
                  <a:lnTo>
                    <a:pt x="11605" y="1474"/>
                  </a:lnTo>
                  <a:lnTo>
                    <a:pt x="11057" y="1643"/>
                  </a:lnTo>
                  <a:lnTo>
                    <a:pt x="10531" y="1790"/>
                  </a:lnTo>
                  <a:lnTo>
                    <a:pt x="9983" y="1938"/>
                  </a:lnTo>
                  <a:lnTo>
                    <a:pt x="9457" y="2043"/>
                  </a:lnTo>
                  <a:lnTo>
                    <a:pt x="8951" y="2148"/>
                  </a:lnTo>
                  <a:lnTo>
                    <a:pt x="8425" y="2232"/>
                  </a:lnTo>
                  <a:lnTo>
                    <a:pt x="7435" y="2359"/>
                  </a:lnTo>
                  <a:lnTo>
                    <a:pt x="6508" y="2443"/>
                  </a:lnTo>
                  <a:lnTo>
                    <a:pt x="5624" y="2506"/>
                  </a:lnTo>
                  <a:lnTo>
                    <a:pt x="4129" y="2506"/>
                  </a:lnTo>
                  <a:lnTo>
                    <a:pt x="3518" y="2485"/>
                  </a:lnTo>
                  <a:lnTo>
                    <a:pt x="2675" y="2401"/>
                  </a:lnTo>
                  <a:lnTo>
                    <a:pt x="2359" y="2380"/>
                  </a:lnTo>
                  <a:lnTo>
                    <a:pt x="2675" y="2548"/>
                  </a:lnTo>
                  <a:lnTo>
                    <a:pt x="2970" y="2759"/>
                  </a:lnTo>
                  <a:lnTo>
                    <a:pt x="3223" y="2991"/>
                  </a:lnTo>
                  <a:lnTo>
                    <a:pt x="3476" y="3222"/>
                  </a:lnTo>
                  <a:lnTo>
                    <a:pt x="3686" y="3496"/>
                  </a:lnTo>
                  <a:lnTo>
                    <a:pt x="3897" y="3770"/>
                  </a:lnTo>
                  <a:lnTo>
                    <a:pt x="4065" y="4044"/>
                  </a:lnTo>
                  <a:lnTo>
                    <a:pt x="4234" y="4360"/>
                  </a:lnTo>
                  <a:lnTo>
                    <a:pt x="4360" y="4654"/>
                  </a:lnTo>
                  <a:lnTo>
                    <a:pt x="4487" y="4970"/>
                  </a:lnTo>
                  <a:lnTo>
                    <a:pt x="4592" y="5307"/>
                  </a:lnTo>
                  <a:lnTo>
                    <a:pt x="4676" y="5623"/>
                  </a:lnTo>
                  <a:lnTo>
                    <a:pt x="4760" y="5960"/>
                  </a:lnTo>
                  <a:lnTo>
                    <a:pt x="4824" y="6297"/>
                  </a:lnTo>
                  <a:lnTo>
                    <a:pt x="4908" y="6950"/>
                  </a:lnTo>
                  <a:lnTo>
                    <a:pt x="4950" y="7582"/>
                  </a:lnTo>
                  <a:lnTo>
                    <a:pt x="4950" y="8171"/>
                  </a:lnTo>
                  <a:lnTo>
                    <a:pt x="4950" y="8719"/>
                  </a:lnTo>
                  <a:lnTo>
                    <a:pt x="4908" y="9203"/>
                  </a:lnTo>
                  <a:lnTo>
                    <a:pt x="4845" y="9898"/>
                  </a:lnTo>
                  <a:lnTo>
                    <a:pt x="4802" y="10172"/>
                  </a:lnTo>
                  <a:lnTo>
                    <a:pt x="4339" y="9962"/>
                  </a:lnTo>
                  <a:lnTo>
                    <a:pt x="3918" y="9793"/>
                  </a:lnTo>
                  <a:lnTo>
                    <a:pt x="3497" y="9667"/>
                  </a:lnTo>
                  <a:lnTo>
                    <a:pt x="3118" y="9583"/>
                  </a:lnTo>
                  <a:lnTo>
                    <a:pt x="2760" y="9519"/>
                  </a:lnTo>
                  <a:lnTo>
                    <a:pt x="2423" y="9477"/>
                  </a:lnTo>
                  <a:lnTo>
                    <a:pt x="1833" y="9477"/>
                  </a:lnTo>
                  <a:lnTo>
                    <a:pt x="1559" y="9540"/>
                  </a:lnTo>
                  <a:lnTo>
                    <a:pt x="1328" y="9604"/>
                  </a:lnTo>
                  <a:lnTo>
                    <a:pt x="1096" y="9688"/>
                  </a:lnTo>
                  <a:lnTo>
                    <a:pt x="906" y="9793"/>
                  </a:lnTo>
                  <a:lnTo>
                    <a:pt x="717" y="9919"/>
                  </a:lnTo>
                  <a:lnTo>
                    <a:pt x="569" y="10067"/>
                  </a:lnTo>
                  <a:lnTo>
                    <a:pt x="422" y="10214"/>
                  </a:lnTo>
                  <a:lnTo>
                    <a:pt x="317" y="10383"/>
                  </a:lnTo>
                  <a:lnTo>
                    <a:pt x="211" y="10572"/>
                  </a:lnTo>
                  <a:lnTo>
                    <a:pt x="127" y="10762"/>
                  </a:lnTo>
                  <a:lnTo>
                    <a:pt x="85" y="10951"/>
                  </a:lnTo>
                  <a:lnTo>
                    <a:pt x="43" y="11162"/>
                  </a:lnTo>
                  <a:lnTo>
                    <a:pt x="1" y="11373"/>
                  </a:lnTo>
                  <a:lnTo>
                    <a:pt x="1" y="11583"/>
                  </a:lnTo>
                  <a:lnTo>
                    <a:pt x="22" y="11815"/>
                  </a:lnTo>
                  <a:lnTo>
                    <a:pt x="43" y="12026"/>
                  </a:lnTo>
                  <a:lnTo>
                    <a:pt x="85" y="12236"/>
                  </a:lnTo>
                  <a:lnTo>
                    <a:pt x="148" y="12447"/>
                  </a:lnTo>
                  <a:lnTo>
                    <a:pt x="211" y="12657"/>
                  </a:lnTo>
                  <a:lnTo>
                    <a:pt x="296" y="12868"/>
                  </a:lnTo>
                  <a:lnTo>
                    <a:pt x="401" y="13057"/>
                  </a:lnTo>
                  <a:lnTo>
                    <a:pt x="527" y="13247"/>
                  </a:lnTo>
                  <a:lnTo>
                    <a:pt x="654" y="13415"/>
                  </a:lnTo>
                  <a:lnTo>
                    <a:pt x="801" y="13563"/>
                  </a:lnTo>
                  <a:lnTo>
                    <a:pt x="948" y="13710"/>
                  </a:lnTo>
                  <a:lnTo>
                    <a:pt x="1117" y="13858"/>
                  </a:lnTo>
                  <a:lnTo>
                    <a:pt x="1454" y="14089"/>
                  </a:lnTo>
                  <a:lnTo>
                    <a:pt x="1812" y="14279"/>
                  </a:lnTo>
                  <a:lnTo>
                    <a:pt x="2170" y="14426"/>
                  </a:lnTo>
                  <a:lnTo>
                    <a:pt x="2549" y="14553"/>
                  </a:lnTo>
                  <a:lnTo>
                    <a:pt x="2907" y="14658"/>
                  </a:lnTo>
                  <a:lnTo>
                    <a:pt x="3286" y="14721"/>
                  </a:lnTo>
                  <a:lnTo>
                    <a:pt x="3623" y="14763"/>
                  </a:lnTo>
                  <a:lnTo>
                    <a:pt x="3960" y="14784"/>
                  </a:lnTo>
                  <a:lnTo>
                    <a:pt x="4276" y="14784"/>
                  </a:lnTo>
                  <a:lnTo>
                    <a:pt x="4781" y="14763"/>
                  </a:lnTo>
                  <a:lnTo>
                    <a:pt x="5118" y="14742"/>
                  </a:lnTo>
                  <a:lnTo>
                    <a:pt x="5245" y="14721"/>
                  </a:lnTo>
                  <a:lnTo>
                    <a:pt x="5413" y="15458"/>
                  </a:lnTo>
                  <a:lnTo>
                    <a:pt x="5540" y="16195"/>
                  </a:lnTo>
                  <a:lnTo>
                    <a:pt x="5645" y="16933"/>
                  </a:lnTo>
                  <a:lnTo>
                    <a:pt x="5750" y="17691"/>
                  </a:lnTo>
                  <a:lnTo>
                    <a:pt x="5834" y="18428"/>
                  </a:lnTo>
                  <a:lnTo>
                    <a:pt x="5877" y="19186"/>
                  </a:lnTo>
                  <a:lnTo>
                    <a:pt x="5919" y="19923"/>
                  </a:lnTo>
                  <a:lnTo>
                    <a:pt x="5940" y="20681"/>
                  </a:lnTo>
                  <a:lnTo>
                    <a:pt x="5940" y="21418"/>
                  </a:lnTo>
                  <a:lnTo>
                    <a:pt x="5919" y="22177"/>
                  </a:lnTo>
                  <a:lnTo>
                    <a:pt x="5877" y="22935"/>
                  </a:lnTo>
                  <a:lnTo>
                    <a:pt x="5813" y="23672"/>
                  </a:lnTo>
                  <a:lnTo>
                    <a:pt x="5750" y="24430"/>
                  </a:lnTo>
                  <a:lnTo>
                    <a:pt x="5645" y="25167"/>
                  </a:lnTo>
                  <a:lnTo>
                    <a:pt x="5540" y="25904"/>
                  </a:lnTo>
                  <a:lnTo>
                    <a:pt x="5392" y="26641"/>
                  </a:lnTo>
                  <a:lnTo>
                    <a:pt x="5855" y="26789"/>
                  </a:lnTo>
                  <a:lnTo>
                    <a:pt x="6424" y="26957"/>
                  </a:lnTo>
                  <a:lnTo>
                    <a:pt x="7224" y="27168"/>
                  </a:lnTo>
                  <a:lnTo>
                    <a:pt x="8277" y="27400"/>
                  </a:lnTo>
                  <a:lnTo>
                    <a:pt x="9541" y="27652"/>
                  </a:lnTo>
                  <a:lnTo>
                    <a:pt x="11078" y="27884"/>
                  </a:lnTo>
                  <a:lnTo>
                    <a:pt x="11921" y="28010"/>
                  </a:lnTo>
                  <a:lnTo>
                    <a:pt x="12848" y="28116"/>
                  </a:lnTo>
                  <a:lnTo>
                    <a:pt x="13290" y="28158"/>
                  </a:lnTo>
                  <a:lnTo>
                    <a:pt x="13732" y="28179"/>
                  </a:lnTo>
                  <a:lnTo>
                    <a:pt x="14111" y="28179"/>
                  </a:lnTo>
                  <a:lnTo>
                    <a:pt x="14490" y="28158"/>
                  </a:lnTo>
                  <a:lnTo>
                    <a:pt x="14827" y="28116"/>
                  </a:lnTo>
                  <a:lnTo>
                    <a:pt x="15143" y="28073"/>
                  </a:lnTo>
                  <a:lnTo>
                    <a:pt x="15438" y="28010"/>
                  </a:lnTo>
                  <a:lnTo>
                    <a:pt x="15691" y="27926"/>
                  </a:lnTo>
                  <a:lnTo>
                    <a:pt x="15922" y="27842"/>
                  </a:lnTo>
                  <a:lnTo>
                    <a:pt x="16154" y="27736"/>
                  </a:lnTo>
                  <a:lnTo>
                    <a:pt x="16344" y="27631"/>
                  </a:lnTo>
                  <a:lnTo>
                    <a:pt x="16512" y="27505"/>
                  </a:lnTo>
                  <a:lnTo>
                    <a:pt x="16680" y="27378"/>
                  </a:lnTo>
                  <a:lnTo>
                    <a:pt x="16807" y="27252"/>
                  </a:lnTo>
                  <a:lnTo>
                    <a:pt x="16933" y="27105"/>
                  </a:lnTo>
                  <a:lnTo>
                    <a:pt x="17038" y="26978"/>
                  </a:lnTo>
                  <a:lnTo>
                    <a:pt x="17207" y="26683"/>
                  </a:lnTo>
                  <a:lnTo>
                    <a:pt x="17333" y="26410"/>
                  </a:lnTo>
                  <a:lnTo>
                    <a:pt x="17418" y="26157"/>
                  </a:lnTo>
                  <a:lnTo>
                    <a:pt x="17460" y="25904"/>
                  </a:lnTo>
                  <a:lnTo>
                    <a:pt x="17460" y="25715"/>
                  </a:lnTo>
                  <a:lnTo>
                    <a:pt x="17481" y="25546"/>
                  </a:lnTo>
                  <a:lnTo>
                    <a:pt x="17460" y="25420"/>
                  </a:lnTo>
                  <a:lnTo>
                    <a:pt x="17186" y="25315"/>
                  </a:lnTo>
                  <a:lnTo>
                    <a:pt x="16912" y="25209"/>
                  </a:lnTo>
                  <a:lnTo>
                    <a:pt x="16659" y="25083"/>
                  </a:lnTo>
                  <a:lnTo>
                    <a:pt x="16407" y="24957"/>
                  </a:lnTo>
                  <a:lnTo>
                    <a:pt x="15922" y="24683"/>
                  </a:lnTo>
                  <a:lnTo>
                    <a:pt x="15501" y="24367"/>
                  </a:lnTo>
                  <a:lnTo>
                    <a:pt x="15101" y="24030"/>
                  </a:lnTo>
                  <a:lnTo>
                    <a:pt x="14743" y="23672"/>
                  </a:lnTo>
                  <a:lnTo>
                    <a:pt x="14406" y="23272"/>
                  </a:lnTo>
                  <a:lnTo>
                    <a:pt x="14132" y="22872"/>
                  </a:lnTo>
                  <a:lnTo>
                    <a:pt x="13858" y="22471"/>
                  </a:lnTo>
                  <a:lnTo>
                    <a:pt x="13627" y="22050"/>
                  </a:lnTo>
                  <a:lnTo>
                    <a:pt x="13437" y="21629"/>
                  </a:lnTo>
                  <a:lnTo>
                    <a:pt x="13269" y="21229"/>
                  </a:lnTo>
                  <a:lnTo>
                    <a:pt x="13121" y="20829"/>
                  </a:lnTo>
                  <a:lnTo>
                    <a:pt x="12995" y="20429"/>
                  </a:lnTo>
                  <a:lnTo>
                    <a:pt x="12911" y="20049"/>
                  </a:lnTo>
                  <a:lnTo>
                    <a:pt x="12848" y="19691"/>
                  </a:lnTo>
                  <a:lnTo>
                    <a:pt x="12763" y="19144"/>
                  </a:lnTo>
                  <a:lnTo>
                    <a:pt x="12700" y="18596"/>
                  </a:lnTo>
                  <a:lnTo>
                    <a:pt x="12953" y="18554"/>
                  </a:lnTo>
                  <a:lnTo>
                    <a:pt x="13227" y="18491"/>
                  </a:lnTo>
                  <a:lnTo>
                    <a:pt x="13585" y="18386"/>
                  </a:lnTo>
                  <a:lnTo>
                    <a:pt x="14006" y="18238"/>
                  </a:lnTo>
                  <a:lnTo>
                    <a:pt x="14490" y="18028"/>
                  </a:lnTo>
                  <a:lnTo>
                    <a:pt x="15017" y="17775"/>
                  </a:lnTo>
                  <a:lnTo>
                    <a:pt x="15269" y="17628"/>
                  </a:lnTo>
                  <a:lnTo>
                    <a:pt x="15543" y="17459"/>
                  </a:lnTo>
                  <a:lnTo>
                    <a:pt x="15838" y="17270"/>
                  </a:lnTo>
                  <a:lnTo>
                    <a:pt x="16112" y="17080"/>
                  </a:lnTo>
                  <a:lnTo>
                    <a:pt x="16386" y="16848"/>
                  </a:lnTo>
                  <a:lnTo>
                    <a:pt x="16638" y="16617"/>
                  </a:lnTo>
                  <a:lnTo>
                    <a:pt x="16912" y="16364"/>
                  </a:lnTo>
                  <a:lnTo>
                    <a:pt x="17165" y="16069"/>
                  </a:lnTo>
                  <a:lnTo>
                    <a:pt x="17418" y="15774"/>
                  </a:lnTo>
                  <a:lnTo>
                    <a:pt x="17649" y="15437"/>
                  </a:lnTo>
                  <a:lnTo>
                    <a:pt x="17881" y="15100"/>
                  </a:lnTo>
                  <a:lnTo>
                    <a:pt x="18070" y="14721"/>
                  </a:lnTo>
                  <a:lnTo>
                    <a:pt x="18260" y="14321"/>
                  </a:lnTo>
                  <a:lnTo>
                    <a:pt x="18450" y="13900"/>
                  </a:lnTo>
                  <a:lnTo>
                    <a:pt x="18597" y="13458"/>
                  </a:lnTo>
                  <a:lnTo>
                    <a:pt x="18723" y="12973"/>
                  </a:lnTo>
                  <a:lnTo>
                    <a:pt x="18829" y="12489"/>
                  </a:lnTo>
                  <a:lnTo>
                    <a:pt x="18892" y="11941"/>
                  </a:lnTo>
                  <a:lnTo>
                    <a:pt x="18955" y="11394"/>
                  </a:lnTo>
                  <a:lnTo>
                    <a:pt x="18955" y="10846"/>
                  </a:lnTo>
                  <a:lnTo>
                    <a:pt x="18955" y="10299"/>
                  </a:lnTo>
                  <a:lnTo>
                    <a:pt x="18913" y="9751"/>
                  </a:lnTo>
                  <a:lnTo>
                    <a:pt x="18850" y="9224"/>
                  </a:lnTo>
                  <a:lnTo>
                    <a:pt x="18765" y="8677"/>
                  </a:lnTo>
                  <a:lnTo>
                    <a:pt x="18660" y="8150"/>
                  </a:lnTo>
                  <a:lnTo>
                    <a:pt x="18534" y="7624"/>
                  </a:lnTo>
                  <a:lnTo>
                    <a:pt x="18407" y="7097"/>
                  </a:lnTo>
                  <a:lnTo>
                    <a:pt x="18239" y="6592"/>
                  </a:lnTo>
                  <a:lnTo>
                    <a:pt x="18070" y="6087"/>
                  </a:lnTo>
                  <a:lnTo>
                    <a:pt x="17902" y="5602"/>
                  </a:lnTo>
                  <a:lnTo>
                    <a:pt x="17502" y="4675"/>
                  </a:lnTo>
                  <a:lnTo>
                    <a:pt x="17102" y="3791"/>
                  </a:lnTo>
                  <a:lnTo>
                    <a:pt x="16680" y="2991"/>
                  </a:lnTo>
                  <a:lnTo>
                    <a:pt x="16259" y="2254"/>
                  </a:lnTo>
                  <a:lnTo>
                    <a:pt x="15880" y="1601"/>
                  </a:lnTo>
                  <a:lnTo>
                    <a:pt x="15522" y="1053"/>
                  </a:lnTo>
                  <a:lnTo>
                    <a:pt x="14996" y="274"/>
                  </a:lnTo>
                  <a:lnTo>
                    <a:pt x="1478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103"/>
            <p:cNvSpPr/>
            <p:nvPr/>
          </p:nvSpPr>
          <p:spPr>
            <a:xfrm>
              <a:off x="2846475" y="579300"/>
              <a:ext cx="473875" cy="704475"/>
            </a:xfrm>
            <a:custGeom>
              <a:avLst/>
              <a:gdLst/>
              <a:ahLst/>
              <a:cxnLst/>
              <a:rect l="l" t="t" r="r" b="b"/>
              <a:pathLst>
                <a:path w="18955" h="28179" fill="none" extrusionOk="0">
                  <a:moveTo>
                    <a:pt x="12700" y="18596"/>
                  </a:moveTo>
                  <a:lnTo>
                    <a:pt x="12700" y="18596"/>
                  </a:lnTo>
                  <a:lnTo>
                    <a:pt x="12763" y="19144"/>
                  </a:lnTo>
                  <a:lnTo>
                    <a:pt x="12848" y="19691"/>
                  </a:lnTo>
                  <a:lnTo>
                    <a:pt x="12848" y="19691"/>
                  </a:lnTo>
                  <a:lnTo>
                    <a:pt x="12911" y="20049"/>
                  </a:lnTo>
                  <a:lnTo>
                    <a:pt x="12995" y="20429"/>
                  </a:lnTo>
                  <a:lnTo>
                    <a:pt x="13121" y="20829"/>
                  </a:lnTo>
                  <a:lnTo>
                    <a:pt x="13269" y="21229"/>
                  </a:lnTo>
                  <a:lnTo>
                    <a:pt x="13437" y="21629"/>
                  </a:lnTo>
                  <a:lnTo>
                    <a:pt x="13627" y="22050"/>
                  </a:lnTo>
                  <a:lnTo>
                    <a:pt x="13858" y="22471"/>
                  </a:lnTo>
                  <a:lnTo>
                    <a:pt x="14132" y="22872"/>
                  </a:lnTo>
                  <a:lnTo>
                    <a:pt x="14406" y="23272"/>
                  </a:lnTo>
                  <a:lnTo>
                    <a:pt x="14743" y="23672"/>
                  </a:lnTo>
                  <a:lnTo>
                    <a:pt x="15101" y="24030"/>
                  </a:lnTo>
                  <a:lnTo>
                    <a:pt x="15501" y="24367"/>
                  </a:lnTo>
                  <a:lnTo>
                    <a:pt x="15922" y="24683"/>
                  </a:lnTo>
                  <a:lnTo>
                    <a:pt x="16407" y="24957"/>
                  </a:lnTo>
                  <a:lnTo>
                    <a:pt x="16659" y="25083"/>
                  </a:lnTo>
                  <a:lnTo>
                    <a:pt x="16912" y="25209"/>
                  </a:lnTo>
                  <a:lnTo>
                    <a:pt x="17186" y="25315"/>
                  </a:lnTo>
                  <a:lnTo>
                    <a:pt x="17460" y="25420"/>
                  </a:lnTo>
                  <a:lnTo>
                    <a:pt x="17460" y="25420"/>
                  </a:lnTo>
                  <a:lnTo>
                    <a:pt x="17481" y="25546"/>
                  </a:lnTo>
                  <a:lnTo>
                    <a:pt x="17460" y="25715"/>
                  </a:lnTo>
                  <a:lnTo>
                    <a:pt x="17460" y="25904"/>
                  </a:lnTo>
                  <a:lnTo>
                    <a:pt x="17418" y="26157"/>
                  </a:lnTo>
                  <a:lnTo>
                    <a:pt x="17333" y="26410"/>
                  </a:lnTo>
                  <a:lnTo>
                    <a:pt x="17207" y="26683"/>
                  </a:lnTo>
                  <a:lnTo>
                    <a:pt x="17038" y="26978"/>
                  </a:lnTo>
                  <a:lnTo>
                    <a:pt x="16933" y="27105"/>
                  </a:lnTo>
                  <a:lnTo>
                    <a:pt x="16807" y="27252"/>
                  </a:lnTo>
                  <a:lnTo>
                    <a:pt x="16680" y="27378"/>
                  </a:lnTo>
                  <a:lnTo>
                    <a:pt x="16512" y="27505"/>
                  </a:lnTo>
                  <a:lnTo>
                    <a:pt x="16344" y="27631"/>
                  </a:lnTo>
                  <a:lnTo>
                    <a:pt x="16154" y="27736"/>
                  </a:lnTo>
                  <a:lnTo>
                    <a:pt x="15922" y="27842"/>
                  </a:lnTo>
                  <a:lnTo>
                    <a:pt x="15691" y="27926"/>
                  </a:lnTo>
                  <a:lnTo>
                    <a:pt x="15438" y="28010"/>
                  </a:lnTo>
                  <a:lnTo>
                    <a:pt x="15143" y="28073"/>
                  </a:lnTo>
                  <a:lnTo>
                    <a:pt x="14827" y="28116"/>
                  </a:lnTo>
                  <a:lnTo>
                    <a:pt x="14490" y="28158"/>
                  </a:lnTo>
                  <a:lnTo>
                    <a:pt x="14111" y="28179"/>
                  </a:lnTo>
                  <a:lnTo>
                    <a:pt x="13732" y="28179"/>
                  </a:lnTo>
                  <a:lnTo>
                    <a:pt x="13290" y="28158"/>
                  </a:lnTo>
                  <a:lnTo>
                    <a:pt x="12848" y="28116"/>
                  </a:lnTo>
                  <a:lnTo>
                    <a:pt x="12848" y="28116"/>
                  </a:lnTo>
                  <a:lnTo>
                    <a:pt x="11921" y="28010"/>
                  </a:lnTo>
                  <a:lnTo>
                    <a:pt x="11078" y="27884"/>
                  </a:lnTo>
                  <a:lnTo>
                    <a:pt x="9541" y="27652"/>
                  </a:lnTo>
                  <a:lnTo>
                    <a:pt x="8277" y="27400"/>
                  </a:lnTo>
                  <a:lnTo>
                    <a:pt x="7224" y="27168"/>
                  </a:lnTo>
                  <a:lnTo>
                    <a:pt x="6424" y="26957"/>
                  </a:lnTo>
                  <a:lnTo>
                    <a:pt x="5855" y="26789"/>
                  </a:lnTo>
                  <a:lnTo>
                    <a:pt x="5392" y="26641"/>
                  </a:lnTo>
                  <a:lnTo>
                    <a:pt x="5392" y="26641"/>
                  </a:lnTo>
                  <a:lnTo>
                    <a:pt x="5540" y="25904"/>
                  </a:lnTo>
                  <a:lnTo>
                    <a:pt x="5645" y="25167"/>
                  </a:lnTo>
                  <a:lnTo>
                    <a:pt x="5750" y="24430"/>
                  </a:lnTo>
                  <a:lnTo>
                    <a:pt x="5813" y="23672"/>
                  </a:lnTo>
                  <a:lnTo>
                    <a:pt x="5877" y="22935"/>
                  </a:lnTo>
                  <a:lnTo>
                    <a:pt x="5919" y="22177"/>
                  </a:lnTo>
                  <a:lnTo>
                    <a:pt x="5940" y="21418"/>
                  </a:lnTo>
                  <a:lnTo>
                    <a:pt x="5940" y="20681"/>
                  </a:lnTo>
                  <a:lnTo>
                    <a:pt x="5919" y="19923"/>
                  </a:lnTo>
                  <a:lnTo>
                    <a:pt x="5877" y="19186"/>
                  </a:lnTo>
                  <a:lnTo>
                    <a:pt x="5834" y="18428"/>
                  </a:lnTo>
                  <a:lnTo>
                    <a:pt x="5750" y="17691"/>
                  </a:lnTo>
                  <a:lnTo>
                    <a:pt x="5645" y="16933"/>
                  </a:lnTo>
                  <a:lnTo>
                    <a:pt x="5540" y="16195"/>
                  </a:lnTo>
                  <a:lnTo>
                    <a:pt x="5413" y="15458"/>
                  </a:lnTo>
                  <a:lnTo>
                    <a:pt x="5245" y="14721"/>
                  </a:lnTo>
                  <a:lnTo>
                    <a:pt x="5245" y="14721"/>
                  </a:lnTo>
                  <a:lnTo>
                    <a:pt x="5118" y="14742"/>
                  </a:lnTo>
                  <a:lnTo>
                    <a:pt x="4781" y="14763"/>
                  </a:lnTo>
                  <a:lnTo>
                    <a:pt x="4276" y="14784"/>
                  </a:lnTo>
                  <a:lnTo>
                    <a:pt x="3960" y="14784"/>
                  </a:lnTo>
                  <a:lnTo>
                    <a:pt x="3623" y="14763"/>
                  </a:lnTo>
                  <a:lnTo>
                    <a:pt x="3286" y="14721"/>
                  </a:lnTo>
                  <a:lnTo>
                    <a:pt x="2907" y="14658"/>
                  </a:lnTo>
                  <a:lnTo>
                    <a:pt x="2549" y="14553"/>
                  </a:lnTo>
                  <a:lnTo>
                    <a:pt x="2170" y="14426"/>
                  </a:lnTo>
                  <a:lnTo>
                    <a:pt x="1812" y="14279"/>
                  </a:lnTo>
                  <a:lnTo>
                    <a:pt x="1454" y="14089"/>
                  </a:lnTo>
                  <a:lnTo>
                    <a:pt x="1117" y="13858"/>
                  </a:lnTo>
                  <a:lnTo>
                    <a:pt x="948" y="13710"/>
                  </a:lnTo>
                  <a:lnTo>
                    <a:pt x="801" y="13563"/>
                  </a:lnTo>
                  <a:lnTo>
                    <a:pt x="801" y="13563"/>
                  </a:lnTo>
                  <a:lnTo>
                    <a:pt x="654" y="13415"/>
                  </a:lnTo>
                  <a:lnTo>
                    <a:pt x="527" y="13247"/>
                  </a:lnTo>
                  <a:lnTo>
                    <a:pt x="401" y="13057"/>
                  </a:lnTo>
                  <a:lnTo>
                    <a:pt x="296" y="12868"/>
                  </a:lnTo>
                  <a:lnTo>
                    <a:pt x="211" y="12657"/>
                  </a:lnTo>
                  <a:lnTo>
                    <a:pt x="148" y="12447"/>
                  </a:lnTo>
                  <a:lnTo>
                    <a:pt x="85" y="12236"/>
                  </a:lnTo>
                  <a:lnTo>
                    <a:pt x="43" y="12026"/>
                  </a:lnTo>
                  <a:lnTo>
                    <a:pt x="22" y="11815"/>
                  </a:lnTo>
                  <a:lnTo>
                    <a:pt x="1" y="11583"/>
                  </a:lnTo>
                  <a:lnTo>
                    <a:pt x="1" y="11373"/>
                  </a:lnTo>
                  <a:lnTo>
                    <a:pt x="43" y="11162"/>
                  </a:lnTo>
                  <a:lnTo>
                    <a:pt x="85" y="10951"/>
                  </a:lnTo>
                  <a:lnTo>
                    <a:pt x="127" y="10762"/>
                  </a:lnTo>
                  <a:lnTo>
                    <a:pt x="211" y="10572"/>
                  </a:lnTo>
                  <a:lnTo>
                    <a:pt x="317" y="10383"/>
                  </a:lnTo>
                  <a:lnTo>
                    <a:pt x="422" y="10214"/>
                  </a:lnTo>
                  <a:lnTo>
                    <a:pt x="569" y="10067"/>
                  </a:lnTo>
                  <a:lnTo>
                    <a:pt x="717" y="9919"/>
                  </a:lnTo>
                  <a:lnTo>
                    <a:pt x="906" y="9793"/>
                  </a:lnTo>
                  <a:lnTo>
                    <a:pt x="1096" y="9688"/>
                  </a:lnTo>
                  <a:lnTo>
                    <a:pt x="1328" y="9604"/>
                  </a:lnTo>
                  <a:lnTo>
                    <a:pt x="1559" y="9540"/>
                  </a:lnTo>
                  <a:lnTo>
                    <a:pt x="1833" y="9477"/>
                  </a:lnTo>
                  <a:lnTo>
                    <a:pt x="2107" y="9477"/>
                  </a:lnTo>
                  <a:lnTo>
                    <a:pt x="2423" y="9477"/>
                  </a:lnTo>
                  <a:lnTo>
                    <a:pt x="2760" y="9519"/>
                  </a:lnTo>
                  <a:lnTo>
                    <a:pt x="3118" y="9583"/>
                  </a:lnTo>
                  <a:lnTo>
                    <a:pt x="3497" y="9667"/>
                  </a:lnTo>
                  <a:lnTo>
                    <a:pt x="3918" y="9793"/>
                  </a:lnTo>
                  <a:lnTo>
                    <a:pt x="4339" y="9962"/>
                  </a:lnTo>
                  <a:lnTo>
                    <a:pt x="4802" y="10172"/>
                  </a:lnTo>
                  <a:lnTo>
                    <a:pt x="4802" y="10172"/>
                  </a:lnTo>
                  <a:lnTo>
                    <a:pt x="4845" y="9898"/>
                  </a:lnTo>
                  <a:lnTo>
                    <a:pt x="4908" y="9203"/>
                  </a:lnTo>
                  <a:lnTo>
                    <a:pt x="4950" y="8719"/>
                  </a:lnTo>
                  <a:lnTo>
                    <a:pt x="4950" y="8171"/>
                  </a:lnTo>
                  <a:lnTo>
                    <a:pt x="4950" y="7582"/>
                  </a:lnTo>
                  <a:lnTo>
                    <a:pt x="4908" y="6950"/>
                  </a:lnTo>
                  <a:lnTo>
                    <a:pt x="4824" y="6297"/>
                  </a:lnTo>
                  <a:lnTo>
                    <a:pt x="4760" y="5960"/>
                  </a:lnTo>
                  <a:lnTo>
                    <a:pt x="4676" y="5623"/>
                  </a:lnTo>
                  <a:lnTo>
                    <a:pt x="4592" y="5307"/>
                  </a:lnTo>
                  <a:lnTo>
                    <a:pt x="4487" y="4970"/>
                  </a:lnTo>
                  <a:lnTo>
                    <a:pt x="4360" y="4654"/>
                  </a:lnTo>
                  <a:lnTo>
                    <a:pt x="4234" y="4360"/>
                  </a:lnTo>
                  <a:lnTo>
                    <a:pt x="4065" y="4044"/>
                  </a:lnTo>
                  <a:lnTo>
                    <a:pt x="3897" y="3770"/>
                  </a:lnTo>
                  <a:lnTo>
                    <a:pt x="3686" y="3496"/>
                  </a:lnTo>
                  <a:lnTo>
                    <a:pt x="3476" y="3222"/>
                  </a:lnTo>
                  <a:lnTo>
                    <a:pt x="3223" y="2991"/>
                  </a:lnTo>
                  <a:lnTo>
                    <a:pt x="2970" y="2759"/>
                  </a:lnTo>
                  <a:lnTo>
                    <a:pt x="2675" y="2548"/>
                  </a:lnTo>
                  <a:lnTo>
                    <a:pt x="2359" y="2380"/>
                  </a:lnTo>
                  <a:lnTo>
                    <a:pt x="2359" y="2380"/>
                  </a:lnTo>
                  <a:lnTo>
                    <a:pt x="2675" y="2401"/>
                  </a:lnTo>
                  <a:lnTo>
                    <a:pt x="3518" y="2485"/>
                  </a:lnTo>
                  <a:lnTo>
                    <a:pt x="4129" y="2506"/>
                  </a:lnTo>
                  <a:lnTo>
                    <a:pt x="4845" y="2506"/>
                  </a:lnTo>
                  <a:lnTo>
                    <a:pt x="5624" y="2506"/>
                  </a:lnTo>
                  <a:lnTo>
                    <a:pt x="6508" y="2443"/>
                  </a:lnTo>
                  <a:lnTo>
                    <a:pt x="7435" y="2359"/>
                  </a:lnTo>
                  <a:lnTo>
                    <a:pt x="8425" y="2232"/>
                  </a:lnTo>
                  <a:lnTo>
                    <a:pt x="8951" y="2148"/>
                  </a:lnTo>
                  <a:lnTo>
                    <a:pt x="9457" y="2043"/>
                  </a:lnTo>
                  <a:lnTo>
                    <a:pt x="9983" y="1938"/>
                  </a:lnTo>
                  <a:lnTo>
                    <a:pt x="10531" y="1790"/>
                  </a:lnTo>
                  <a:lnTo>
                    <a:pt x="11057" y="1643"/>
                  </a:lnTo>
                  <a:lnTo>
                    <a:pt x="11605" y="1474"/>
                  </a:lnTo>
                  <a:lnTo>
                    <a:pt x="12131" y="1285"/>
                  </a:lnTo>
                  <a:lnTo>
                    <a:pt x="12679" y="1074"/>
                  </a:lnTo>
                  <a:lnTo>
                    <a:pt x="13206" y="842"/>
                  </a:lnTo>
                  <a:lnTo>
                    <a:pt x="13753" y="590"/>
                  </a:lnTo>
                  <a:lnTo>
                    <a:pt x="14280" y="316"/>
                  </a:lnTo>
                  <a:lnTo>
                    <a:pt x="14785" y="0"/>
                  </a:lnTo>
                  <a:lnTo>
                    <a:pt x="14785" y="0"/>
                  </a:lnTo>
                  <a:lnTo>
                    <a:pt x="14996" y="274"/>
                  </a:lnTo>
                  <a:lnTo>
                    <a:pt x="15522" y="1053"/>
                  </a:lnTo>
                  <a:lnTo>
                    <a:pt x="15880" y="1601"/>
                  </a:lnTo>
                  <a:lnTo>
                    <a:pt x="16259" y="2254"/>
                  </a:lnTo>
                  <a:lnTo>
                    <a:pt x="16680" y="2991"/>
                  </a:lnTo>
                  <a:lnTo>
                    <a:pt x="17102" y="3791"/>
                  </a:lnTo>
                  <a:lnTo>
                    <a:pt x="17502" y="4675"/>
                  </a:lnTo>
                  <a:lnTo>
                    <a:pt x="17902" y="5602"/>
                  </a:lnTo>
                  <a:lnTo>
                    <a:pt x="18070" y="6087"/>
                  </a:lnTo>
                  <a:lnTo>
                    <a:pt x="18239" y="6592"/>
                  </a:lnTo>
                  <a:lnTo>
                    <a:pt x="18407" y="7097"/>
                  </a:lnTo>
                  <a:lnTo>
                    <a:pt x="18534" y="7624"/>
                  </a:lnTo>
                  <a:lnTo>
                    <a:pt x="18660" y="8150"/>
                  </a:lnTo>
                  <a:lnTo>
                    <a:pt x="18765" y="8677"/>
                  </a:lnTo>
                  <a:lnTo>
                    <a:pt x="18850" y="9224"/>
                  </a:lnTo>
                  <a:lnTo>
                    <a:pt x="18913" y="9751"/>
                  </a:lnTo>
                  <a:lnTo>
                    <a:pt x="18955" y="10299"/>
                  </a:lnTo>
                  <a:lnTo>
                    <a:pt x="18955" y="10846"/>
                  </a:lnTo>
                  <a:lnTo>
                    <a:pt x="18955" y="11394"/>
                  </a:lnTo>
                  <a:lnTo>
                    <a:pt x="18892" y="11941"/>
                  </a:lnTo>
                  <a:lnTo>
                    <a:pt x="18892" y="11941"/>
                  </a:lnTo>
                  <a:lnTo>
                    <a:pt x="18829" y="12489"/>
                  </a:lnTo>
                  <a:lnTo>
                    <a:pt x="18723" y="12973"/>
                  </a:lnTo>
                  <a:lnTo>
                    <a:pt x="18597" y="13458"/>
                  </a:lnTo>
                  <a:lnTo>
                    <a:pt x="18450" y="13900"/>
                  </a:lnTo>
                  <a:lnTo>
                    <a:pt x="18260" y="14321"/>
                  </a:lnTo>
                  <a:lnTo>
                    <a:pt x="18070" y="14721"/>
                  </a:lnTo>
                  <a:lnTo>
                    <a:pt x="17881" y="15100"/>
                  </a:lnTo>
                  <a:lnTo>
                    <a:pt x="17649" y="15437"/>
                  </a:lnTo>
                  <a:lnTo>
                    <a:pt x="17418" y="15774"/>
                  </a:lnTo>
                  <a:lnTo>
                    <a:pt x="17165" y="16069"/>
                  </a:lnTo>
                  <a:lnTo>
                    <a:pt x="16912" y="16364"/>
                  </a:lnTo>
                  <a:lnTo>
                    <a:pt x="16638" y="16617"/>
                  </a:lnTo>
                  <a:lnTo>
                    <a:pt x="16386" y="16848"/>
                  </a:lnTo>
                  <a:lnTo>
                    <a:pt x="16112" y="17080"/>
                  </a:lnTo>
                  <a:lnTo>
                    <a:pt x="15838" y="17270"/>
                  </a:lnTo>
                  <a:lnTo>
                    <a:pt x="15543" y="17459"/>
                  </a:lnTo>
                  <a:lnTo>
                    <a:pt x="15269" y="17628"/>
                  </a:lnTo>
                  <a:lnTo>
                    <a:pt x="15017" y="17775"/>
                  </a:lnTo>
                  <a:lnTo>
                    <a:pt x="14490" y="18028"/>
                  </a:lnTo>
                  <a:lnTo>
                    <a:pt x="14006" y="18238"/>
                  </a:lnTo>
                  <a:lnTo>
                    <a:pt x="13585" y="18386"/>
                  </a:lnTo>
                  <a:lnTo>
                    <a:pt x="13227" y="18491"/>
                  </a:lnTo>
                  <a:lnTo>
                    <a:pt x="12953" y="18554"/>
                  </a:lnTo>
                  <a:lnTo>
                    <a:pt x="12700" y="185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103"/>
            <p:cNvSpPr/>
            <p:nvPr/>
          </p:nvSpPr>
          <p:spPr>
            <a:xfrm>
              <a:off x="3093425" y="849925"/>
              <a:ext cx="106900" cy="33700"/>
            </a:xfrm>
            <a:custGeom>
              <a:avLst/>
              <a:gdLst/>
              <a:ahLst/>
              <a:cxnLst/>
              <a:rect l="l" t="t" r="r" b="b"/>
              <a:pathLst>
                <a:path w="4276" h="1348" extrusionOk="0">
                  <a:moveTo>
                    <a:pt x="190" y="0"/>
                  </a:moveTo>
                  <a:lnTo>
                    <a:pt x="105" y="21"/>
                  </a:lnTo>
                  <a:lnTo>
                    <a:pt x="42" y="84"/>
                  </a:lnTo>
                  <a:lnTo>
                    <a:pt x="0" y="147"/>
                  </a:lnTo>
                  <a:lnTo>
                    <a:pt x="0" y="232"/>
                  </a:lnTo>
                  <a:lnTo>
                    <a:pt x="21" y="316"/>
                  </a:lnTo>
                  <a:lnTo>
                    <a:pt x="84" y="379"/>
                  </a:lnTo>
                  <a:lnTo>
                    <a:pt x="421" y="653"/>
                  </a:lnTo>
                  <a:lnTo>
                    <a:pt x="737" y="842"/>
                  </a:lnTo>
                  <a:lnTo>
                    <a:pt x="1074" y="1011"/>
                  </a:lnTo>
                  <a:lnTo>
                    <a:pt x="1390" y="1137"/>
                  </a:lnTo>
                  <a:lnTo>
                    <a:pt x="1685" y="1243"/>
                  </a:lnTo>
                  <a:lnTo>
                    <a:pt x="1980" y="1306"/>
                  </a:lnTo>
                  <a:lnTo>
                    <a:pt x="2275" y="1327"/>
                  </a:lnTo>
                  <a:lnTo>
                    <a:pt x="2527" y="1348"/>
                  </a:lnTo>
                  <a:lnTo>
                    <a:pt x="2885" y="1327"/>
                  </a:lnTo>
                  <a:lnTo>
                    <a:pt x="3201" y="1285"/>
                  </a:lnTo>
                  <a:lnTo>
                    <a:pt x="3475" y="1222"/>
                  </a:lnTo>
                  <a:lnTo>
                    <a:pt x="3707" y="1137"/>
                  </a:lnTo>
                  <a:lnTo>
                    <a:pt x="3917" y="1053"/>
                  </a:lnTo>
                  <a:lnTo>
                    <a:pt x="4044" y="990"/>
                  </a:lnTo>
                  <a:lnTo>
                    <a:pt x="4170" y="927"/>
                  </a:lnTo>
                  <a:lnTo>
                    <a:pt x="4233" y="864"/>
                  </a:lnTo>
                  <a:lnTo>
                    <a:pt x="4275" y="779"/>
                  </a:lnTo>
                  <a:lnTo>
                    <a:pt x="4275" y="695"/>
                  </a:lnTo>
                  <a:lnTo>
                    <a:pt x="4233" y="611"/>
                  </a:lnTo>
                  <a:lnTo>
                    <a:pt x="4170" y="548"/>
                  </a:lnTo>
                  <a:lnTo>
                    <a:pt x="4107" y="527"/>
                  </a:lnTo>
                  <a:lnTo>
                    <a:pt x="4023" y="527"/>
                  </a:lnTo>
                  <a:lnTo>
                    <a:pt x="3938" y="548"/>
                  </a:lnTo>
                  <a:lnTo>
                    <a:pt x="3833" y="611"/>
                  </a:lnTo>
                  <a:lnTo>
                    <a:pt x="3622" y="716"/>
                  </a:lnTo>
                  <a:lnTo>
                    <a:pt x="3454" y="758"/>
                  </a:lnTo>
                  <a:lnTo>
                    <a:pt x="3264" y="821"/>
                  </a:lnTo>
                  <a:lnTo>
                    <a:pt x="3054" y="864"/>
                  </a:lnTo>
                  <a:lnTo>
                    <a:pt x="2822" y="906"/>
                  </a:lnTo>
                  <a:lnTo>
                    <a:pt x="2296" y="906"/>
                  </a:lnTo>
                  <a:lnTo>
                    <a:pt x="2001" y="864"/>
                  </a:lnTo>
                  <a:lnTo>
                    <a:pt x="1706" y="800"/>
                  </a:lnTo>
                  <a:lnTo>
                    <a:pt x="1390" y="674"/>
                  </a:lnTo>
                  <a:lnTo>
                    <a:pt x="1053" y="527"/>
                  </a:lnTo>
                  <a:lnTo>
                    <a:pt x="716" y="316"/>
                  </a:lnTo>
                  <a:lnTo>
                    <a:pt x="358" y="4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103"/>
            <p:cNvSpPr/>
            <p:nvPr/>
          </p:nvSpPr>
          <p:spPr>
            <a:xfrm>
              <a:off x="3088675" y="718825"/>
              <a:ext cx="27400" cy="41075"/>
            </a:xfrm>
            <a:custGeom>
              <a:avLst/>
              <a:gdLst/>
              <a:ahLst/>
              <a:cxnLst/>
              <a:rect l="l" t="t" r="r" b="b"/>
              <a:pathLst>
                <a:path w="1096" h="1643" extrusionOk="0">
                  <a:moveTo>
                    <a:pt x="358" y="0"/>
                  </a:moveTo>
                  <a:lnTo>
                    <a:pt x="253" y="42"/>
                  </a:lnTo>
                  <a:lnTo>
                    <a:pt x="169" y="126"/>
                  </a:lnTo>
                  <a:lnTo>
                    <a:pt x="106" y="211"/>
                  </a:lnTo>
                  <a:lnTo>
                    <a:pt x="43" y="337"/>
                  </a:lnTo>
                  <a:lnTo>
                    <a:pt x="22" y="463"/>
                  </a:lnTo>
                  <a:lnTo>
                    <a:pt x="0" y="611"/>
                  </a:lnTo>
                  <a:lnTo>
                    <a:pt x="22" y="779"/>
                  </a:lnTo>
                  <a:lnTo>
                    <a:pt x="43" y="948"/>
                  </a:lnTo>
                  <a:lnTo>
                    <a:pt x="106" y="1095"/>
                  </a:lnTo>
                  <a:lnTo>
                    <a:pt x="169" y="1243"/>
                  </a:lnTo>
                  <a:lnTo>
                    <a:pt x="253" y="1369"/>
                  </a:lnTo>
                  <a:lnTo>
                    <a:pt x="337" y="1474"/>
                  </a:lnTo>
                  <a:lnTo>
                    <a:pt x="443" y="1559"/>
                  </a:lnTo>
                  <a:lnTo>
                    <a:pt x="548" y="1622"/>
                  </a:lnTo>
                  <a:lnTo>
                    <a:pt x="653" y="1643"/>
                  </a:lnTo>
                  <a:lnTo>
                    <a:pt x="738" y="1622"/>
                  </a:lnTo>
                  <a:lnTo>
                    <a:pt x="843" y="1580"/>
                  </a:lnTo>
                  <a:lnTo>
                    <a:pt x="927" y="1516"/>
                  </a:lnTo>
                  <a:lnTo>
                    <a:pt x="990" y="1432"/>
                  </a:lnTo>
                  <a:lnTo>
                    <a:pt x="1032" y="1306"/>
                  </a:lnTo>
                  <a:lnTo>
                    <a:pt x="1075" y="1179"/>
                  </a:lnTo>
                  <a:lnTo>
                    <a:pt x="1096" y="1032"/>
                  </a:lnTo>
                  <a:lnTo>
                    <a:pt x="1075" y="864"/>
                  </a:lnTo>
                  <a:lnTo>
                    <a:pt x="1053" y="695"/>
                  </a:lnTo>
                  <a:lnTo>
                    <a:pt x="990" y="548"/>
                  </a:lnTo>
                  <a:lnTo>
                    <a:pt x="927" y="400"/>
                  </a:lnTo>
                  <a:lnTo>
                    <a:pt x="843" y="274"/>
                  </a:lnTo>
                  <a:lnTo>
                    <a:pt x="759" y="169"/>
                  </a:lnTo>
                  <a:lnTo>
                    <a:pt x="653" y="84"/>
                  </a:lnTo>
                  <a:lnTo>
                    <a:pt x="569" y="21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103"/>
            <p:cNvSpPr/>
            <p:nvPr/>
          </p:nvSpPr>
          <p:spPr>
            <a:xfrm>
              <a:off x="3208725" y="674050"/>
              <a:ext cx="26875" cy="41100"/>
            </a:xfrm>
            <a:custGeom>
              <a:avLst/>
              <a:gdLst/>
              <a:ahLst/>
              <a:cxnLst/>
              <a:rect l="l" t="t" r="r" b="b"/>
              <a:pathLst>
                <a:path w="1075" h="1644" extrusionOk="0">
                  <a:moveTo>
                    <a:pt x="442" y="1"/>
                  </a:moveTo>
                  <a:lnTo>
                    <a:pt x="337" y="22"/>
                  </a:lnTo>
                  <a:lnTo>
                    <a:pt x="253" y="64"/>
                  </a:lnTo>
                  <a:lnTo>
                    <a:pt x="169" y="127"/>
                  </a:lnTo>
                  <a:lnTo>
                    <a:pt x="106" y="233"/>
                  </a:lnTo>
                  <a:lnTo>
                    <a:pt x="42" y="338"/>
                  </a:lnTo>
                  <a:lnTo>
                    <a:pt x="21" y="464"/>
                  </a:lnTo>
                  <a:lnTo>
                    <a:pt x="0" y="633"/>
                  </a:lnTo>
                  <a:lnTo>
                    <a:pt x="21" y="780"/>
                  </a:lnTo>
                  <a:lnTo>
                    <a:pt x="42" y="949"/>
                  </a:lnTo>
                  <a:lnTo>
                    <a:pt x="84" y="1117"/>
                  </a:lnTo>
                  <a:lnTo>
                    <a:pt x="169" y="1265"/>
                  </a:lnTo>
                  <a:lnTo>
                    <a:pt x="232" y="1391"/>
                  </a:lnTo>
                  <a:lnTo>
                    <a:pt x="337" y="1496"/>
                  </a:lnTo>
                  <a:lnTo>
                    <a:pt x="421" y="1559"/>
                  </a:lnTo>
                  <a:lnTo>
                    <a:pt x="527" y="1623"/>
                  </a:lnTo>
                  <a:lnTo>
                    <a:pt x="632" y="1644"/>
                  </a:lnTo>
                  <a:lnTo>
                    <a:pt x="737" y="1644"/>
                  </a:lnTo>
                  <a:lnTo>
                    <a:pt x="843" y="1602"/>
                  </a:lnTo>
                  <a:lnTo>
                    <a:pt x="927" y="1517"/>
                  </a:lnTo>
                  <a:lnTo>
                    <a:pt x="990" y="1433"/>
                  </a:lnTo>
                  <a:lnTo>
                    <a:pt x="1032" y="1307"/>
                  </a:lnTo>
                  <a:lnTo>
                    <a:pt x="1074" y="1180"/>
                  </a:lnTo>
                  <a:lnTo>
                    <a:pt x="1074" y="1033"/>
                  </a:lnTo>
                  <a:lnTo>
                    <a:pt x="1074" y="864"/>
                  </a:lnTo>
                  <a:lnTo>
                    <a:pt x="1032" y="696"/>
                  </a:lnTo>
                  <a:lnTo>
                    <a:pt x="990" y="548"/>
                  </a:lnTo>
                  <a:lnTo>
                    <a:pt x="927" y="401"/>
                  </a:lnTo>
                  <a:lnTo>
                    <a:pt x="843" y="275"/>
                  </a:lnTo>
                  <a:lnTo>
                    <a:pt x="758" y="169"/>
                  </a:lnTo>
                  <a:lnTo>
                    <a:pt x="653" y="85"/>
                  </a:lnTo>
                  <a:lnTo>
                    <a:pt x="548" y="43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103"/>
            <p:cNvSpPr/>
            <p:nvPr/>
          </p:nvSpPr>
          <p:spPr>
            <a:xfrm>
              <a:off x="3036025" y="654050"/>
              <a:ext cx="53200" cy="60575"/>
            </a:xfrm>
            <a:custGeom>
              <a:avLst/>
              <a:gdLst/>
              <a:ahLst/>
              <a:cxnLst/>
              <a:rect l="l" t="t" r="r" b="b"/>
              <a:pathLst>
                <a:path w="2128" h="2423" extrusionOk="0">
                  <a:moveTo>
                    <a:pt x="1769" y="1"/>
                  </a:moveTo>
                  <a:lnTo>
                    <a:pt x="1580" y="64"/>
                  </a:lnTo>
                  <a:lnTo>
                    <a:pt x="1411" y="127"/>
                  </a:lnTo>
                  <a:lnTo>
                    <a:pt x="1264" y="211"/>
                  </a:lnTo>
                  <a:lnTo>
                    <a:pt x="1096" y="317"/>
                  </a:lnTo>
                  <a:lnTo>
                    <a:pt x="948" y="422"/>
                  </a:lnTo>
                  <a:lnTo>
                    <a:pt x="822" y="527"/>
                  </a:lnTo>
                  <a:lnTo>
                    <a:pt x="674" y="654"/>
                  </a:lnTo>
                  <a:lnTo>
                    <a:pt x="569" y="780"/>
                  </a:lnTo>
                  <a:lnTo>
                    <a:pt x="443" y="927"/>
                  </a:lnTo>
                  <a:lnTo>
                    <a:pt x="358" y="1075"/>
                  </a:lnTo>
                  <a:lnTo>
                    <a:pt x="253" y="1222"/>
                  </a:lnTo>
                  <a:lnTo>
                    <a:pt x="190" y="1391"/>
                  </a:lnTo>
                  <a:lnTo>
                    <a:pt x="127" y="1559"/>
                  </a:lnTo>
                  <a:lnTo>
                    <a:pt x="64" y="1728"/>
                  </a:lnTo>
                  <a:lnTo>
                    <a:pt x="21" y="1917"/>
                  </a:lnTo>
                  <a:lnTo>
                    <a:pt x="0" y="2086"/>
                  </a:lnTo>
                  <a:lnTo>
                    <a:pt x="21" y="2212"/>
                  </a:lnTo>
                  <a:lnTo>
                    <a:pt x="64" y="2317"/>
                  </a:lnTo>
                  <a:lnTo>
                    <a:pt x="148" y="2380"/>
                  </a:lnTo>
                  <a:lnTo>
                    <a:pt x="274" y="2423"/>
                  </a:lnTo>
                  <a:lnTo>
                    <a:pt x="295" y="2423"/>
                  </a:lnTo>
                  <a:lnTo>
                    <a:pt x="401" y="2402"/>
                  </a:lnTo>
                  <a:lnTo>
                    <a:pt x="485" y="2338"/>
                  </a:lnTo>
                  <a:lnTo>
                    <a:pt x="548" y="2254"/>
                  </a:lnTo>
                  <a:lnTo>
                    <a:pt x="590" y="2149"/>
                  </a:lnTo>
                  <a:lnTo>
                    <a:pt x="632" y="1875"/>
                  </a:lnTo>
                  <a:lnTo>
                    <a:pt x="716" y="1622"/>
                  </a:lnTo>
                  <a:lnTo>
                    <a:pt x="843" y="1391"/>
                  </a:lnTo>
                  <a:lnTo>
                    <a:pt x="1011" y="1159"/>
                  </a:lnTo>
                  <a:lnTo>
                    <a:pt x="1201" y="969"/>
                  </a:lnTo>
                  <a:lnTo>
                    <a:pt x="1411" y="801"/>
                  </a:lnTo>
                  <a:lnTo>
                    <a:pt x="1664" y="675"/>
                  </a:lnTo>
                  <a:lnTo>
                    <a:pt x="1917" y="569"/>
                  </a:lnTo>
                  <a:lnTo>
                    <a:pt x="2022" y="527"/>
                  </a:lnTo>
                  <a:lnTo>
                    <a:pt x="2085" y="443"/>
                  </a:lnTo>
                  <a:lnTo>
                    <a:pt x="2128" y="338"/>
                  </a:lnTo>
                  <a:lnTo>
                    <a:pt x="2128" y="211"/>
                  </a:lnTo>
                  <a:lnTo>
                    <a:pt x="2064" y="106"/>
                  </a:lnTo>
                  <a:lnTo>
                    <a:pt x="1980" y="43"/>
                  </a:lnTo>
                  <a:lnTo>
                    <a:pt x="18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103"/>
            <p:cNvSpPr/>
            <p:nvPr/>
          </p:nvSpPr>
          <p:spPr>
            <a:xfrm>
              <a:off x="3186600" y="605100"/>
              <a:ext cx="65850" cy="24750"/>
            </a:xfrm>
            <a:custGeom>
              <a:avLst/>
              <a:gdLst/>
              <a:ahLst/>
              <a:cxnLst/>
              <a:rect l="l" t="t" r="r" b="b"/>
              <a:pathLst>
                <a:path w="2634" h="990" extrusionOk="0">
                  <a:moveTo>
                    <a:pt x="1159" y="0"/>
                  </a:moveTo>
                  <a:lnTo>
                    <a:pt x="948" y="21"/>
                  </a:lnTo>
                  <a:lnTo>
                    <a:pt x="738" y="42"/>
                  </a:lnTo>
                  <a:lnTo>
                    <a:pt x="527" y="126"/>
                  </a:lnTo>
                  <a:lnTo>
                    <a:pt x="317" y="211"/>
                  </a:lnTo>
                  <a:lnTo>
                    <a:pt x="106" y="337"/>
                  </a:lnTo>
                  <a:lnTo>
                    <a:pt x="43" y="442"/>
                  </a:lnTo>
                  <a:lnTo>
                    <a:pt x="1" y="548"/>
                  </a:lnTo>
                  <a:lnTo>
                    <a:pt x="1" y="653"/>
                  </a:lnTo>
                  <a:lnTo>
                    <a:pt x="43" y="758"/>
                  </a:lnTo>
                  <a:lnTo>
                    <a:pt x="127" y="842"/>
                  </a:lnTo>
                  <a:lnTo>
                    <a:pt x="232" y="885"/>
                  </a:lnTo>
                  <a:lnTo>
                    <a:pt x="359" y="864"/>
                  </a:lnTo>
                  <a:lnTo>
                    <a:pt x="464" y="821"/>
                  </a:lnTo>
                  <a:lnTo>
                    <a:pt x="611" y="737"/>
                  </a:lnTo>
                  <a:lnTo>
                    <a:pt x="759" y="674"/>
                  </a:lnTo>
                  <a:lnTo>
                    <a:pt x="906" y="632"/>
                  </a:lnTo>
                  <a:lnTo>
                    <a:pt x="1054" y="611"/>
                  </a:lnTo>
                  <a:lnTo>
                    <a:pt x="1180" y="590"/>
                  </a:lnTo>
                  <a:lnTo>
                    <a:pt x="1327" y="611"/>
                  </a:lnTo>
                  <a:lnTo>
                    <a:pt x="1580" y="653"/>
                  </a:lnTo>
                  <a:lnTo>
                    <a:pt x="1812" y="737"/>
                  </a:lnTo>
                  <a:lnTo>
                    <a:pt x="1980" y="821"/>
                  </a:lnTo>
                  <a:lnTo>
                    <a:pt x="2149" y="927"/>
                  </a:lnTo>
                  <a:lnTo>
                    <a:pt x="2233" y="990"/>
                  </a:lnTo>
                  <a:lnTo>
                    <a:pt x="2402" y="990"/>
                  </a:lnTo>
                  <a:lnTo>
                    <a:pt x="2465" y="969"/>
                  </a:lnTo>
                  <a:lnTo>
                    <a:pt x="2528" y="927"/>
                  </a:lnTo>
                  <a:lnTo>
                    <a:pt x="2570" y="885"/>
                  </a:lnTo>
                  <a:lnTo>
                    <a:pt x="2612" y="779"/>
                  </a:lnTo>
                  <a:lnTo>
                    <a:pt x="2633" y="653"/>
                  </a:lnTo>
                  <a:lnTo>
                    <a:pt x="2591" y="548"/>
                  </a:lnTo>
                  <a:lnTo>
                    <a:pt x="2507" y="463"/>
                  </a:lnTo>
                  <a:lnTo>
                    <a:pt x="2444" y="421"/>
                  </a:lnTo>
                  <a:lnTo>
                    <a:pt x="2275" y="316"/>
                  </a:lnTo>
                  <a:lnTo>
                    <a:pt x="2022" y="190"/>
                  </a:lnTo>
                  <a:lnTo>
                    <a:pt x="1707" y="84"/>
                  </a:lnTo>
                  <a:lnTo>
                    <a:pt x="1538" y="42"/>
                  </a:lnTo>
                  <a:lnTo>
                    <a:pt x="1349" y="21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103"/>
            <p:cNvSpPr/>
            <p:nvPr/>
          </p:nvSpPr>
          <p:spPr>
            <a:xfrm>
              <a:off x="3185025" y="717750"/>
              <a:ext cx="80050" cy="94800"/>
            </a:xfrm>
            <a:custGeom>
              <a:avLst/>
              <a:gdLst/>
              <a:ahLst/>
              <a:cxnLst/>
              <a:rect l="l" t="t" r="r" b="b"/>
              <a:pathLst>
                <a:path w="3202" h="3792" extrusionOk="0">
                  <a:moveTo>
                    <a:pt x="0" y="1"/>
                  </a:moveTo>
                  <a:lnTo>
                    <a:pt x="1138" y="3750"/>
                  </a:lnTo>
                  <a:lnTo>
                    <a:pt x="1285" y="3771"/>
                  </a:lnTo>
                  <a:lnTo>
                    <a:pt x="1454" y="3792"/>
                  </a:lnTo>
                  <a:lnTo>
                    <a:pt x="1601" y="3771"/>
                  </a:lnTo>
                  <a:lnTo>
                    <a:pt x="1770" y="3771"/>
                  </a:lnTo>
                  <a:lnTo>
                    <a:pt x="1917" y="3729"/>
                  </a:lnTo>
                  <a:lnTo>
                    <a:pt x="2064" y="3686"/>
                  </a:lnTo>
                  <a:lnTo>
                    <a:pt x="2212" y="3644"/>
                  </a:lnTo>
                  <a:lnTo>
                    <a:pt x="2359" y="3581"/>
                  </a:lnTo>
                  <a:lnTo>
                    <a:pt x="2486" y="3497"/>
                  </a:lnTo>
                  <a:lnTo>
                    <a:pt x="2612" y="3413"/>
                  </a:lnTo>
                  <a:lnTo>
                    <a:pt x="2738" y="3307"/>
                  </a:lnTo>
                  <a:lnTo>
                    <a:pt x="2844" y="3202"/>
                  </a:lnTo>
                  <a:lnTo>
                    <a:pt x="2949" y="3076"/>
                  </a:lnTo>
                  <a:lnTo>
                    <a:pt x="3033" y="2949"/>
                  </a:lnTo>
                  <a:lnTo>
                    <a:pt x="3117" y="2823"/>
                  </a:lnTo>
                  <a:lnTo>
                    <a:pt x="3202" y="26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103"/>
            <p:cNvSpPr/>
            <p:nvPr/>
          </p:nvSpPr>
          <p:spPr>
            <a:xfrm>
              <a:off x="3101825" y="1044725"/>
              <a:ext cx="65850" cy="28975"/>
            </a:xfrm>
            <a:custGeom>
              <a:avLst/>
              <a:gdLst/>
              <a:ahLst/>
              <a:cxnLst/>
              <a:rect l="l" t="t" r="r" b="b"/>
              <a:pathLst>
                <a:path w="2634" h="1159" extrusionOk="0">
                  <a:moveTo>
                    <a:pt x="2486" y="0"/>
                  </a:moveTo>
                  <a:lnTo>
                    <a:pt x="1602" y="190"/>
                  </a:lnTo>
                  <a:lnTo>
                    <a:pt x="780" y="337"/>
                  </a:lnTo>
                  <a:lnTo>
                    <a:pt x="1" y="443"/>
                  </a:lnTo>
                  <a:lnTo>
                    <a:pt x="212" y="611"/>
                  </a:lnTo>
                  <a:lnTo>
                    <a:pt x="464" y="737"/>
                  </a:lnTo>
                  <a:lnTo>
                    <a:pt x="696" y="864"/>
                  </a:lnTo>
                  <a:lnTo>
                    <a:pt x="970" y="969"/>
                  </a:lnTo>
                  <a:lnTo>
                    <a:pt x="1222" y="1053"/>
                  </a:lnTo>
                  <a:lnTo>
                    <a:pt x="1496" y="1096"/>
                  </a:lnTo>
                  <a:lnTo>
                    <a:pt x="1770" y="1138"/>
                  </a:lnTo>
                  <a:lnTo>
                    <a:pt x="2044" y="1159"/>
                  </a:lnTo>
                  <a:lnTo>
                    <a:pt x="2339" y="1138"/>
                  </a:lnTo>
                  <a:lnTo>
                    <a:pt x="2634" y="1096"/>
                  </a:lnTo>
                  <a:lnTo>
                    <a:pt x="2549" y="548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934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103"/>
            <p:cNvSpPr/>
            <p:nvPr/>
          </p:nvSpPr>
          <p:spPr>
            <a:xfrm>
              <a:off x="3101825" y="1044725"/>
              <a:ext cx="65850" cy="28975"/>
            </a:xfrm>
            <a:custGeom>
              <a:avLst/>
              <a:gdLst/>
              <a:ahLst/>
              <a:cxnLst/>
              <a:rect l="l" t="t" r="r" b="b"/>
              <a:pathLst>
                <a:path w="2634" h="1159" fill="none" extrusionOk="0">
                  <a:moveTo>
                    <a:pt x="2486" y="0"/>
                  </a:moveTo>
                  <a:lnTo>
                    <a:pt x="2486" y="0"/>
                  </a:lnTo>
                  <a:lnTo>
                    <a:pt x="1602" y="190"/>
                  </a:lnTo>
                  <a:lnTo>
                    <a:pt x="780" y="337"/>
                  </a:lnTo>
                  <a:lnTo>
                    <a:pt x="1" y="443"/>
                  </a:lnTo>
                  <a:lnTo>
                    <a:pt x="1" y="443"/>
                  </a:lnTo>
                  <a:lnTo>
                    <a:pt x="212" y="611"/>
                  </a:lnTo>
                  <a:lnTo>
                    <a:pt x="464" y="737"/>
                  </a:lnTo>
                  <a:lnTo>
                    <a:pt x="696" y="864"/>
                  </a:lnTo>
                  <a:lnTo>
                    <a:pt x="970" y="969"/>
                  </a:lnTo>
                  <a:lnTo>
                    <a:pt x="1222" y="1053"/>
                  </a:lnTo>
                  <a:lnTo>
                    <a:pt x="1496" y="1096"/>
                  </a:lnTo>
                  <a:lnTo>
                    <a:pt x="1770" y="1138"/>
                  </a:lnTo>
                  <a:lnTo>
                    <a:pt x="2044" y="1159"/>
                  </a:lnTo>
                  <a:lnTo>
                    <a:pt x="2044" y="1159"/>
                  </a:lnTo>
                  <a:lnTo>
                    <a:pt x="2339" y="1138"/>
                  </a:lnTo>
                  <a:lnTo>
                    <a:pt x="2634" y="1096"/>
                  </a:lnTo>
                  <a:lnTo>
                    <a:pt x="2634" y="1096"/>
                  </a:lnTo>
                  <a:lnTo>
                    <a:pt x="2549" y="548"/>
                  </a:lnTo>
                  <a:lnTo>
                    <a:pt x="24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103"/>
            <p:cNvSpPr/>
            <p:nvPr/>
          </p:nvSpPr>
          <p:spPr>
            <a:xfrm>
              <a:off x="3104475" y="1276900"/>
              <a:ext cx="130600" cy="160100"/>
            </a:xfrm>
            <a:custGeom>
              <a:avLst/>
              <a:gdLst/>
              <a:ahLst/>
              <a:cxnLst/>
              <a:rect l="l" t="t" r="r" b="b"/>
              <a:pathLst>
                <a:path w="5224" h="6404" extrusionOk="0">
                  <a:moveTo>
                    <a:pt x="3960" y="1"/>
                  </a:moveTo>
                  <a:lnTo>
                    <a:pt x="3749" y="22"/>
                  </a:lnTo>
                  <a:lnTo>
                    <a:pt x="3517" y="64"/>
                  </a:lnTo>
                  <a:lnTo>
                    <a:pt x="3286" y="106"/>
                  </a:lnTo>
                  <a:lnTo>
                    <a:pt x="3075" y="169"/>
                  </a:lnTo>
                  <a:lnTo>
                    <a:pt x="2633" y="359"/>
                  </a:lnTo>
                  <a:lnTo>
                    <a:pt x="2191" y="570"/>
                  </a:lnTo>
                  <a:lnTo>
                    <a:pt x="1790" y="822"/>
                  </a:lnTo>
                  <a:lnTo>
                    <a:pt x="1390" y="1117"/>
                  </a:lnTo>
                  <a:lnTo>
                    <a:pt x="1053" y="1412"/>
                  </a:lnTo>
                  <a:lnTo>
                    <a:pt x="737" y="1728"/>
                  </a:lnTo>
                  <a:lnTo>
                    <a:pt x="464" y="2044"/>
                  </a:lnTo>
                  <a:lnTo>
                    <a:pt x="253" y="2339"/>
                  </a:lnTo>
                  <a:lnTo>
                    <a:pt x="106" y="2634"/>
                  </a:lnTo>
                  <a:lnTo>
                    <a:pt x="42" y="2781"/>
                  </a:lnTo>
                  <a:lnTo>
                    <a:pt x="21" y="2907"/>
                  </a:lnTo>
                  <a:lnTo>
                    <a:pt x="0" y="3013"/>
                  </a:lnTo>
                  <a:lnTo>
                    <a:pt x="0" y="3139"/>
                  </a:lnTo>
                  <a:lnTo>
                    <a:pt x="42" y="3350"/>
                  </a:lnTo>
                  <a:lnTo>
                    <a:pt x="148" y="3602"/>
                  </a:lnTo>
                  <a:lnTo>
                    <a:pt x="274" y="3855"/>
                  </a:lnTo>
                  <a:lnTo>
                    <a:pt x="421" y="4108"/>
                  </a:lnTo>
                  <a:lnTo>
                    <a:pt x="611" y="4382"/>
                  </a:lnTo>
                  <a:lnTo>
                    <a:pt x="801" y="4655"/>
                  </a:lnTo>
                  <a:lnTo>
                    <a:pt x="1222" y="5182"/>
                  </a:lnTo>
                  <a:lnTo>
                    <a:pt x="1622" y="5666"/>
                  </a:lnTo>
                  <a:lnTo>
                    <a:pt x="1980" y="6045"/>
                  </a:lnTo>
                  <a:lnTo>
                    <a:pt x="2338" y="6403"/>
                  </a:lnTo>
                  <a:lnTo>
                    <a:pt x="5202" y="6151"/>
                  </a:lnTo>
                  <a:lnTo>
                    <a:pt x="5223" y="296"/>
                  </a:lnTo>
                  <a:lnTo>
                    <a:pt x="5034" y="191"/>
                  </a:lnTo>
                  <a:lnTo>
                    <a:pt x="4823" y="106"/>
                  </a:lnTo>
                  <a:lnTo>
                    <a:pt x="4612" y="43"/>
                  </a:lnTo>
                  <a:lnTo>
                    <a:pt x="4402" y="22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103"/>
            <p:cNvSpPr/>
            <p:nvPr/>
          </p:nvSpPr>
          <p:spPr>
            <a:xfrm>
              <a:off x="3171850" y="1415375"/>
              <a:ext cx="211700" cy="712925"/>
            </a:xfrm>
            <a:custGeom>
              <a:avLst/>
              <a:gdLst/>
              <a:ahLst/>
              <a:cxnLst/>
              <a:rect l="l" t="t" r="r" b="b"/>
              <a:pathLst>
                <a:path w="8468" h="28517" extrusionOk="0">
                  <a:moveTo>
                    <a:pt x="2086" y="1"/>
                  </a:moveTo>
                  <a:lnTo>
                    <a:pt x="1" y="275"/>
                  </a:lnTo>
                  <a:lnTo>
                    <a:pt x="2149" y="24557"/>
                  </a:lnTo>
                  <a:lnTo>
                    <a:pt x="6108" y="28516"/>
                  </a:lnTo>
                  <a:lnTo>
                    <a:pt x="8467" y="23820"/>
                  </a:lnTo>
                  <a:lnTo>
                    <a:pt x="6593" y="16744"/>
                  </a:lnTo>
                  <a:lnTo>
                    <a:pt x="4508" y="8930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103"/>
            <p:cNvSpPr/>
            <p:nvPr/>
          </p:nvSpPr>
          <p:spPr>
            <a:xfrm>
              <a:off x="2674850" y="2485250"/>
              <a:ext cx="1097775" cy="2562525"/>
            </a:xfrm>
            <a:custGeom>
              <a:avLst/>
              <a:gdLst/>
              <a:ahLst/>
              <a:cxnLst/>
              <a:rect l="l" t="t" r="r" b="b"/>
              <a:pathLst>
                <a:path w="43911" h="102501" extrusionOk="0">
                  <a:moveTo>
                    <a:pt x="37108" y="0"/>
                  </a:moveTo>
                  <a:lnTo>
                    <a:pt x="8487" y="1243"/>
                  </a:lnTo>
                  <a:lnTo>
                    <a:pt x="8572" y="6950"/>
                  </a:lnTo>
                  <a:lnTo>
                    <a:pt x="8656" y="12974"/>
                  </a:lnTo>
                  <a:lnTo>
                    <a:pt x="8719" y="20134"/>
                  </a:lnTo>
                  <a:lnTo>
                    <a:pt x="8782" y="27716"/>
                  </a:lnTo>
                  <a:lnTo>
                    <a:pt x="8782" y="31422"/>
                  </a:lnTo>
                  <a:lnTo>
                    <a:pt x="8782" y="34939"/>
                  </a:lnTo>
                  <a:lnTo>
                    <a:pt x="8761" y="38225"/>
                  </a:lnTo>
                  <a:lnTo>
                    <a:pt x="8719" y="41131"/>
                  </a:lnTo>
                  <a:lnTo>
                    <a:pt x="8635" y="43595"/>
                  </a:lnTo>
                  <a:lnTo>
                    <a:pt x="8593" y="44627"/>
                  </a:lnTo>
                  <a:lnTo>
                    <a:pt x="8551" y="45512"/>
                  </a:lnTo>
                  <a:lnTo>
                    <a:pt x="8298" y="49408"/>
                  </a:lnTo>
                  <a:lnTo>
                    <a:pt x="8108" y="51788"/>
                  </a:lnTo>
                  <a:lnTo>
                    <a:pt x="7898" y="54420"/>
                  </a:lnTo>
                  <a:lnTo>
                    <a:pt x="7624" y="57305"/>
                  </a:lnTo>
                  <a:lnTo>
                    <a:pt x="7308" y="60359"/>
                  </a:lnTo>
                  <a:lnTo>
                    <a:pt x="6929" y="63602"/>
                  </a:lnTo>
                  <a:lnTo>
                    <a:pt x="6739" y="65287"/>
                  </a:lnTo>
                  <a:lnTo>
                    <a:pt x="6508" y="66993"/>
                  </a:lnTo>
                  <a:lnTo>
                    <a:pt x="6255" y="68720"/>
                  </a:lnTo>
                  <a:lnTo>
                    <a:pt x="6002" y="70489"/>
                  </a:lnTo>
                  <a:lnTo>
                    <a:pt x="5707" y="72279"/>
                  </a:lnTo>
                  <a:lnTo>
                    <a:pt x="5413" y="74069"/>
                  </a:lnTo>
                  <a:lnTo>
                    <a:pt x="5097" y="75902"/>
                  </a:lnTo>
                  <a:lnTo>
                    <a:pt x="4760" y="77734"/>
                  </a:lnTo>
                  <a:lnTo>
                    <a:pt x="4381" y="79566"/>
                  </a:lnTo>
                  <a:lnTo>
                    <a:pt x="4002" y="81420"/>
                  </a:lnTo>
                  <a:lnTo>
                    <a:pt x="3580" y="83252"/>
                  </a:lnTo>
                  <a:lnTo>
                    <a:pt x="3159" y="85105"/>
                  </a:lnTo>
                  <a:lnTo>
                    <a:pt x="2696" y="86937"/>
                  </a:lnTo>
                  <a:lnTo>
                    <a:pt x="2211" y="88770"/>
                  </a:lnTo>
                  <a:lnTo>
                    <a:pt x="1706" y="90581"/>
                  </a:lnTo>
                  <a:lnTo>
                    <a:pt x="1158" y="92371"/>
                  </a:lnTo>
                  <a:lnTo>
                    <a:pt x="590" y="94161"/>
                  </a:lnTo>
                  <a:lnTo>
                    <a:pt x="0" y="95909"/>
                  </a:lnTo>
                  <a:lnTo>
                    <a:pt x="8319" y="99742"/>
                  </a:lnTo>
                  <a:lnTo>
                    <a:pt x="8782" y="98731"/>
                  </a:lnTo>
                  <a:lnTo>
                    <a:pt x="9309" y="97552"/>
                  </a:lnTo>
                  <a:lnTo>
                    <a:pt x="10004" y="95972"/>
                  </a:lnTo>
                  <a:lnTo>
                    <a:pt x="10846" y="94056"/>
                  </a:lnTo>
                  <a:lnTo>
                    <a:pt x="11794" y="91802"/>
                  </a:lnTo>
                  <a:lnTo>
                    <a:pt x="12847" y="89296"/>
                  </a:lnTo>
                  <a:lnTo>
                    <a:pt x="13921" y="86558"/>
                  </a:lnTo>
                  <a:lnTo>
                    <a:pt x="15058" y="83652"/>
                  </a:lnTo>
                  <a:lnTo>
                    <a:pt x="15606" y="82136"/>
                  </a:lnTo>
                  <a:lnTo>
                    <a:pt x="16174" y="80598"/>
                  </a:lnTo>
                  <a:lnTo>
                    <a:pt x="16722" y="79040"/>
                  </a:lnTo>
                  <a:lnTo>
                    <a:pt x="17270" y="77460"/>
                  </a:lnTo>
                  <a:lnTo>
                    <a:pt x="17796" y="75881"/>
                  </a:lnTo>
                  <a:lnTo>
                    <a:pt x="18323" y="74280"/>
                  </a:lnTo>
                  <a:lnTo>
                    <a:pt x="18807" y="72679"/>
                  </a:lnTo>
                  <a:lnTo>
                    <a:pt x="19270" y="71079"/>
                  </a:lnTo>
                  <a:lnTo>
                    <a:pt x="19713" y="69499"/>
                  </a:lnTo>
                  <a:lnTo>
                    <a:pt x="20134" y="67920"/>
                  </a:lnTo>
                  <a:lnTo>
                    <a:pt x="20513" y="66361"/>
                  </a:lnTo>
                  <a:lnTo>
                    <a:pt x="20850" y="64845"/>
                  </a:lnTo>
                  <a:lnTo>
                    <a:pt x="21166" y="63350"/>
                  </a:lnTo>
                  <a:lnTo>
                    <a:pt x="21418" y="61876"/>
                  </a:lnTo>
                  <a:lnTo>
                    <a:pt x="21650" y="60422"/>
                  </a:lnTo>
                  <a:lnTo>
                    <a:pt x="21861" y="58948"/>
                  </a:lnTo>
                  <a:lnTo>
                    <a:pt x="22282" y="55958"/>
                  </a:lnTo>
                  <a:lnTo>
                    <a:pt x="22661" y="52904"/>
                  </a:lnTo>
                  <a:lnTo>
                    <a:pt x="22998" y="49871"/>
                  </a:lnTo>
                  <a:lnTo>
                    <a:pt x="23314" y="46860"/>
                  </a:lnTo>
                  <a:lnTo>
                    <a:pt x="23588" y="43932"/>
                  </a:lnTo>
                  <a:lnTo>
                    <a:pt x="23840" y="41089"/>
                  </a:lnTo>
                  <a:lnTo>
                    <a:pt x="24051" y="38414"/>
                  </a:lnTo>
                  <a:lnTo>
                    <a:pt x="24240" y="35908"/>
                  </a:lnTo>
                  <a:lnTo>
                    <a:pt x="24409" y="33613"/>
                  </a:lnTo>
                  <a:lnTo>
                    <a:pt x="24641" y="29843"/>
                  </a:lnTo>
                  <a:lnTo>
                    <a:pt x="24788" y="27358"/>
                  </a:lnTo>
                  <a:lnTo>
                    <a:pt x="24830" y="26473"/>
                  </a:lnTo>
                  <a:lnTo>
                    <a:pt x="25272" y="28516"/>
                  </a:lnTo>
                  <a:lnTo>
                    <a:pt x="25778" y="30854"/>
                  </a:lnTo>
                  <a:lnTo>
                    <a:pt x="26389" y="33886"/>
                  </a:lnTo>
                  <a:lnTo>
                    <a:pt x="27041" y="37425"/>
                  </a:lnTo>
                  <a:lnTo>
                    <a:pt x="27399" y="39362"/>
                  </a:lnTo>
                  <a:lnTo>
                    <a:pt x="27736" y="41363"/>
                  </a:lnTo>
                  <a:lnTo>
                    <a:pt x="28073" y="43406"/>
                  </a:lnTo>
                  <a:lnTo>
                    <a:pt x="28389" y="45512"/>
                  </a:lnTo>
                  <a:lnTo>
                    <a:pt x="28684" y="47618"/>
                  </a:lnTo>
                  <a:lnTo>
                    <a:pt x="28958" y="49745"/>
                  </a:lnTo>
                  <a:lnTo>
                    <a:pt x="29147" y="51493"/>
                  </a:lnTo>
                  <a:lnTo>
                    <a:pt x="29316" y="53220"/>
                  </a:lnTo>
                  <a:lnTo>
                    <a:pt x="29463" y="54905"/>
                  </a:lnTo>
                  <a:lnTo>
                    <a:pt x="29569" y="56547"/>
                  </a:lnTo>
                  <a:lnTo>
                    <a:pt x="29716" y="59138"/>
                  </a:lnTo>
                  <a:lnTo>
                    <a:pt x="29906" y="62128"/>
                  </a:lnTo>
                  <a:lnTo>
                    <a:pt x="30390" y="69015"/>
                  </a:lnTo>
                  <a:lnTo>
                    <a:pt x="30938" y="76597"/>
                  </a:lnTo>
                  <a:lnTo>
                    <a:pt x="31506" y="84221"/>
                  </a:lnTo>
                  <a:lnTo>
                    <a:pt x="32517" y="97067"/>
                  </a:lnTo>
                  <a:lnTo>
                    <a:pt x="32938" y="102501"/>
                  </a:lnTo>
                  <a:lnTo>
                    <a:pt x="41678" y="101111"/>
                  </a:lnTo>
                  <a:lnTo>
                    <a:pt x="42078" y="95404"/>
                  </a:lnTo>
                  <a:lnTo>
                    <a:pt x="42479" y="89317"/>
                  </a:lnTo>
                  <a:lnTo>
                    <a:pt x="42921" y="82030"/>
                  </a:lnTo>
                  <a:lnTo>
                    <a:pt x="43153" y="78155"/>
                  </a:lnTo>
                  <a:lnTo>
                    <a:pt x="43363" y="74238"/>
                  </a:lnTo>
                  <a:lnTo>
                    <a:pt x="43532" y="70384"/>
                  </a:lnTo>
                  <a:lnTo>
                    <a:pt x="43700" y="66656"/>
                  </a:lnTo>
                  <a:lnTo>
                    <a:pt x="43826" y="63160"/>
                  </a:lnTo>
                  <a:lnTo>
                    <a:pt x="43890" y="60001"/>
                  </a:lnTo>
                  <a:lnTo>
                    <a:pt x="43911" y="58548"/>
                  </a:lnTo>
                  <a:lnTo>
                    <a:pt x="43911" y="57221"/>
                  </a:lnTo>
                  <a:lnTo>
                    <a:pt x="43911" y="56021"/>
                  </a:lnTo>
                  <a:lnTo>
                    <a:pt x="43869" y="54947"/>
                  </a:lnTo>
                  <a:lnTo>
                    <a:pt x="43763" y="52735"/>
                  </a:lnTo>
                  <a:lnTo>
                    <a:pt x="43574" y="50082"/>
                  </a:lnTo>
                  <a:lnTo>
                    <a:pt x="43342" y="47070"/>
                  </a:lnTo>
                  <a:lnTo>
                    <a:pt x="43047" y="43764"/>
                  </a:lnTo>
                  <a:lnTo>
                    <a:pt x="42689" y="40204"/>
                  </a:lnTo>
                  <a:lnTo>
                    <a:pt x="42289" y="36435"/>
                  </a:lnTo>
                  <a:lnTo>
                    <a:pt x="41847" y="32539"/>
                  </a:lnTo>
                  <a:lnTo>
                    <a:pt x="41384" y="28537"/>
                  </a:lnTo>
                  <a:lnTo>
                    <a:pt x="40878" y="24515"/>
                  </a:lnTo>
                  <a:lnTo>
                    <a:pt x="40373" y="20492"/>
                  </a:lnTo>
                  <a:lnTo>
                    <a:pt x="39825" y="16575"/>
                  </a:lnTo>
                  <a:lnTo>
                    <a:pt x="39277" y="12784"/>
                  </a:lnTo>
                  <a:lnTo>
                    <a:pt x="38730" y="9162"/>
                  </a:lnTo>
                  <a:lnTo>
                    <a:pt x="38182" y="5792"/>
                  </a:lnTo>
                  <a:lnTo>
                    <a:pt x="37635" y="2717"/>
                  </a:lnTo>
                  <a:lnTo>
                    <a:pt x="37382" y="1306"/>
                  </a:lnTo>
                  <a:lnTo>
                    <a:pt x="371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103"/>
            <p:cNvSpPr/>
            <p:nvPr/>
          </p:nvSpPr>
          <p:spPr>
            <a:xfrm>
              <a:off x="2674850" y="2485250"/>
              <a:ext cx="1097775" cy="2562525"/>
            </a:xfrm>
            <a:custGeom>
              <a:avLst/>
              <a:gdLst/>
              <a:ahLst/>
              <a:cxnLst/>
              <a:rect l="l" t="t" r="r" b="b"/>
              <a:pathLst>
                <a:path w="43911" h="102501" fill="none" extrusionOk="0">
                  <a:moveTo>
                    <a:pt x="41678" y="101111"/>
                  </a:moveTo>
                  <a:lnTo>
                    <a:pt x="32938" y="102501"/>
                  </a:lnTo>
                  <a:lnTo>
                    <a:pt x="32938" y="102501"/>
                  </a:lnTo>
                  <a:lnTo>
                    <a:pt x="32517" y="97067"/>
                  </a:lnTo>
                  <a:lnTo>
                    <a:pt x="31506" y="84221"/>
                  </a:lnTo>
                  <a:lnTo>
                    <a:pt x="30938" y="76597"/>
                  </a:lnTo>
                  <a:lnTo>
                    <a:pt x="30390" y="69015"/>
                  </a:lnTo>
                  <a:lnTo>
                    <a:pt x="29906" y="62128"/>
                  </a:lnTo>
                  <a:lnTo>
                    <a:pt x="29716" y="59138"/>
                  </a:lnTo>
                  <a:lnTo>
                    <a:pt x="29569" y="56547"/>
                  </a:lnTo>
                  <a:lnTo>
                    <a:pt x="29569" y="56547"/>
                  </a:lnTo>
                  <a:lnTo>
                    <a:pt x="29463" y="54905"/>
                  </a:lnTo>
                  <a:lnTo>
                    <a:pt x="29316" y="53220"/>
                  </a:lnTo>
                  <a:lnTo>
                    <a:pt x="29147" y="51493"/>
                  </a:lnTo>
                  <a:lnTo>
                    <a:pt x="28958" y="49745"/>
                  </a:lnTo>
                  <a:lnTo>
                    <a:pt x="28958" y="49745"/>
                  </a:lnTo>
                  <a:lnTo>
                    <a:pt x="28684" y="47618"/>
                  </a:lnTo>
                  <a:lnTo>
                    <a:pt x="28389" y="45512"/>
                  </a:lnTo>
                  <a:lnTo>
                    <a:pt x="28073" y="43406"/>
                  </a:lnTo>
                  <a:lnTo>
                    <a:pt x="27736" y="41363"/>
                  </a:lnTo>
                  <a:lnTo>
                    <a:pt x="27399" y="39362"/>
                  </a:lnTo>
                  <a:lnTo>
                    <a:pt x="27041" y="37425"/>
                  </a:lnTo>
                  <a:lnTo>
                    <a:pt x="26389" y="33886"/>
                  </a:lnTo>
                  <a:lnTo>
                    <a:pt x="25778" y="30854"/>
                  </a:lnTo>
                  <a:lnTo>
                    <a:pt x="25272" y="28516"/>
                  </a:lnTo>
                  <a:lnTo>
                    <a:pt x="24830" y="26473"/>
                  </a:lnTo>
                  <a:lnTo>
                    <a:pt x="24830" y="26473"/>
                  </a:lnTo>
                  <a:lnTo>
                    <a:pt x="24788" y="27358"/>
                  </a:lnTo>
                  <a:lnTo>
                    <a:pt x="24641" y="29843"/>
                  </a:lnTo>
                  <a:lnTo>
                    <a:pt x="24409" y="33613"/>
                  </a:lnTo>
                  <a:lnTo>
                    <a:pt x="24240" y="35908"/>
                  </a:lnTo>
                  <a:lnTo>
                    <a:pt x="24051" y="38414"/>
                  </a:lnTo>
                  <a:lnTo>
                    <a:pt x="23840" y="41089"/>
                  </a:lnTo>
                  <a:lnTo>
                    <a:pt x="23588" y="43932"/>
                  </a:lnTo>
                  <a:lnTo>
                    <a:pt x="23314" y="46860"/>
                  </a:lnTo>
                  <a:lnTo>
                    <a:pt x="22998" y="49871"/>
                  </a:lnTo>
                  <a:lnTo>
                    <a:pt x="22661" y="52904"/>
                  </a:lnTo>
                  <a:lnTo>
                    <a:pt x="22282" y="55958"/>
                  </a:lnTo>
                  <a:lnTo>
                    <a:pt x="21861" y="58948"/>
                  </a:lnTo>
                  <a:lnTo>
                    <a:pt x="21650" y="60422"/>
                  </a:lnTo>
                  <a:lnTo>
                    <a:pt x="21418" y="61876"/>
                  </a:lnTo>
                  <a:lnTo>
                    <a:pt x="21418" y="61876"/>
                  </a:lnTo>
                  <a:lnTo>
                    <a:pt x="21166" y="63350"/>
                  </a:lnTo>
                  <a:lnTo>
                    <a:pt x="20850" y="64845"/>
                  </a:lnTo>
                  <a:lnTo>
                    <a:pt x="20513" y="66361"/>
                  </a:lnTo>
                  <a:lnTo>
                    <a:pt x="20134" y="67920"/>
                  </a:lnTo>
                  <a:lnTo>
                    <a:pt x="19713" y="69499"/>
                  </a:lnTo>
                  <a:lnTo>
                    <a:pt x="19270" y="71079"/>
                  </a:lnTo>
                  <a:lnTo>
                    <a:pt x="18807" y="72679"/>
                  </a:lnTo>
                  <a:lnTo>
                    <a:pt x="18323" y="74280"/>
                  </a:lnTo>
                  <a:lnTo>
                    <a:pt x="17796" y="75881"/>
                  </a:lnTo>
                  <a:lnTo>
                    <a:pt x="17270" y="77460"/>
                  </a:lnTo>
                  <a:lnTo>
                    <a:pt x="16722" y="79040"/>
                  </a:lnTo>
                  <a:lnTo>
                    <a:pt x="16174" y="80598"/>
                  </a:lnTo>
                  <a:lnTo>
                    <a:pt x="15606" y="82136"/>
                  </a:lnTo>
                  <a:lnTo>
                    <a:pt x="15058" y="83652"/>
                  </a:lnTo>
                  <a:lnTo>
                    <a:pt x="13921" y="86558"/>
                  </a:lnTo>
                  <a:lnTo>
                    <a:pt x="12847" y="89296"/>
                  </a:lnTo>
                  <a:lnTo>
                    <a:pt x="11794" y="91802"/>
                  </a:lnTo>
                  <a:lnTo>
                    <a:pt x="10846" y="94056"/>
                  </a:lnTo>
                  <a:lnTo>
                    <a:pt x="10004" y="95972"/>
                  </a:lnTo>
                  <a:lnTo>
                    <a:pt x="9309" y="97552"/>
                  </a:lnTo>
                  <a:lnTo>
                    <a:pt x="8782" y="98731"/>
                  </a:lnTo>
                  <a:lnTo>
                    <a:pt x="8319" y="99742"/>
                  </a:lnTo>
                  <a:lnTo>
                    <a:pt x="0" y="95909"/>
                  </a:lnTo>
                  <a:lnTo>
                    <a:pt x="0" y="95909"/>
                  </a:lnTo>
                  <a:lnTo>
                    <a:pt x="590" y="94161"/>
                  </a:lnTo>
                  <a:lnTo>
                    <a:pt x="1158" y="92371"/>
                  </a:lnTo>
                  <a:lnTo>
                    <a:pt x="1706" y="90581"/>
                  </a:lnTo>
                  <a:lnTo>
                    <a:pt x="2211" y="88770"/>
                  </a:lnTo>
                  <a:lnTo>
                    <a:pt x="2696" y="86937"/>
                  </a:lnTo>
                  <a:lnTo>
                    <a:pt x="3159" y="85105"/>
                  </a:lnTo>
                  <a:lnTo>
                    <a:pt x="3580" y="83252"/>
                  </a:lnTo>
                  <a:lnTo>
                    <a:pt x="4002" y="81420"/>
                  </a:lnTo>
                  <a:lnTo>
                    <a:pt x="4381" y="79566"/>
                  </a:lnTo>
                  <a:lnTo>
                    <a:pt x="4760" y="77734"/>
                  </a:lnTo>
                  <a:lnTo>
                    <a:pt x="5097" y="75902"/>
                  </a:lnTo>
                  <a:lnTo>
                    <a:pt x="5413" y="74069"/>
                  </a:lnTo>
                  <a:lnTo>
                    <a:pt x="5707" y="72279"/>
                  </a:lnTo>
                  <a:lnTo>
                    <a:pt x="6002" y="70489"/>
                  </a:lnTo>
                  <a:lnTo>
                    <a:pt x="6255" y="68720"/>
                  </a:lnTo>
                  <a:lnTo>
                    <a:pt x="6508" y="66993"/>
                  </a:lnTo>
                  <a:lnTo>
                    <a:pt x="6739" y="65287"/>
                  </a:lnTo>
                  <a:lnTo>
                    <a:pt x="6929" y="63602"/>
                  </a:lnTo>
                  <a:lnTo>
                    <a:pt x="7308" y="60359"/>
                  </a:lnTo>
                  <a:lnTo>
                    <a:pt x="7624" y="57305"/>
                  </a:lnTo>
                  <a:lnTo>
                    <a:pt x="7898" y="54420"/>
                  </a:lnTo>
                  <a:lnTo>
                    <a:pt x="8108" y="51788"/>
                  </a:lnTo>
                  <a:lnTo>
                    <a:pt x="8298" y="49408"/>
                  </a:lnTo>
                  <a:lnTo>
                    <a:pt x="8551" y="45512"/>
                  </a:lnTo>
                  <a:lnTo>
                    <a:pt x="8551" y="45512"/>
                  </a:lnTo>
                  <a:lnTo>
                    <a:pt x="8593" y="44627"/>
                  </a:lnTo>
                  <a:lnTo>
                    <a:pt x="8635" y="43595"/>
                  </a:lnTo>
                  <a:lnTo>
                    <a:pt x="8719" y="41131"/>
                  </a:lnTo>
                  <a:lnTo>
                    <a:pt x="8761" y="38225"/>
                  </a:lnTo>
                  <a:lnTo>
                    <a:pt x="8782" y="34939"/>
                  </a:lnTo>
                  <a:lnTo>
                    <a:pt x="8782" y="31422"/>
                  </a:lnTo>
                  <a:lnTo>
                    <a:pt x="8782" y="27716"/>
                  </a:lnTo>
                  <a:lnTo>
                    <a:pt x="8719" y="20134"/>
                  </a:lnTo>
                  <a:lnTo>
                    <a:pt x="8656" y="12974"/>
                  </a:lnTo>
                  <a:lnTo>
                    <a:pt x="8572" y="6950"/>
                  </a:lnTo>
                  <a:lnTo>
                    <a:pt x="8487" y="1243"/>
                  </a:lnTo>
                  <a:lnTo>
                    <a:pt x="37108" y="0"/>
                  </a:lnTo>
                  <a:lnTo>
                    <a:pt x="37108" y="0"/>
                  </a:lnTo>
                  <a:lnTo>
                    <a:pt x="37382" y="1306"/>
                  </a:lnTo>
                  <a:lnTo>
                    <a:pt x="37635" y="2717"/>
                  </a:lnTo>
                  <a:lnTo>
                    <a:pt x="38182" y="5792"/>
                  </a:lnTo>
                  <a:lnTo>
                    <a:pt x="38730" y="9162"/>
                  </a:lnTo>
                  <a:lnTo>
                    <a:pt x="39277" y="12784"/>
                  </a:lnTo>
                  <a:lnTo>
                    <a:pt x="39825" y="16575"/>
                  </a:lnTo>
                  <a:lnTo>
                    <a:pt x="40373" y="20492"/>
                  </a:lnTo>
                  <a:lnTo>
                    <a:pt x="40878" y="24515"/>
                  </a:lnTo>
                  <a:lnTo>
                    <a:pt x="41384" y="28537"/>
                  </a:lnTo>
                  <a:lnTo>
                    <a:pt x="41847" y="32539"/>
                  </a:lnTo>
                  <a:lnTo>
                    <a:pt x="42289" y="36435"/>
                  </a:lnTo>
                  <a:lnTo>
                    <a:pt x="42689" y="40204"/>
                  </a:lnTo>
                  <a:lnTo>
                    <a:pt x="43047" y="43764"/>
                  </a:lnTo>
                  <a:lnTo>
                    <a:pt x="43342" y="47070"/>
                  </a:lnTo>
                  <a:lnTo>
                    <a:pt x="43574" y="50082"/>
                  </a:lnTo>
                  <a:lnTo>
                    <a:pt x="43763" y="52735"/>
                  </a:lnTo>
                  <a:lnTo>
                    <a:pt x="43869" y="54947"/>
                  </a:lnTo>
                  <a:lnTo>
                    <a:pt x="43869" y="54947"/>
                  </a:lnTo>
                  <a:lnTo>
                    <a:pt x="43911" y="56021"/>
                  </a:lnTo>
                  <a:lnTo>
                    <a:pt x="43911" y="57221"/>
                  </a:lnTo>
                  <a:lnTo>
                    <a:pt x="43911" y="58548"/>
                  </a:lnTo>
                  <a:lnTo>
                    <a:pt x="43890" y="60001"/>
                  </a:lnTo>
                  <a:lnTo>
                    <a:pt x="43826" y="63160"/>
                  </a:lnTo>
                  <a:lnTo>
                    <a:pt x="43700" y="66656"/>
                  </a:lnTo>
                  <a:lnTo>
                    <a:pt x="43532" y="70384"/>
                  </a:lnTo>
                  <a:lnTo>
                    <a:pt x="43363" y="74238"/>
                  </a:lnTo>
                  <a:lnTo>
                    <a:pt x="43153" y="78155"/>
                  </a:lnTo>
                  <a:lnTo>
                    <a:pt x="42921" y="82030"/>
                  </a:lnTo>
                  <a:lnTo>
                    <a:pt x="42479" y="89317"/>
                  </a:lnTo>
                  <a:lnTo>
                    <a:pt x="42078" y="95404"/>
                  </a:lnTo>
                  <a:lnTo>
                    <a:pt x="41678" y="1011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103"/>
            <p:cNvSpPr/>
            <p:nvPr/>
          </p:nvSpPr>
          <p:spPr>
            <a:xfrm>
              <a:off x="3546725" y="5076725"/>
              <a:ext cx="143250" cy="204825"/>
            </a:xfrm>
            <a:custGeom>
              <a:avLst/>
              <a:gdLst/>
              <a:ahLst/>
              <a:cxnLst/>
              <a:rect l="l" t="t" r="r" b="b"/>
              <a:pathLst>
                <a:path w="5730" h="8193" extrusionOk="0">
                  <a:moveTo>
                    <a:pt x="5266" y="0"/>
                  </a:moveTo>
                  <a:lnTo>
                    <a:pt x="1" y="337"/>
                  </a:lnTo>
                  <a:lnTo>
                    <a:pt x="548" y="8193"/>
                  </a:lnTo>
                  <a:lnTo>
                    <a:pt x="5729" y="7013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103"/>
            <p:cNvSpPr/>
            <p:nvPr/>
          </p:nvSpPr>
          <p:spPr>
            <a:xfrm>
              <a:off x="3475125" y="4984575"/>
              <a:ext cx="276975" cy="139550"/>
            </a:xfrm>
            <a:custGeom>
              <a:avLst/>
              <a:gdLst/>
              <a:ahLst/>
              <a:cxnLst/>
              <a:rect l="l" t="t" r="r" b="b"/>
              <a:pathLst>
                <a:path w="11079" h="5582" extrusionOk="0">
                  <a:moveTo>
                    <a:pt x="11078" y="1"/>
                  </a:moveTo>
                  <a:lnTo>
                    <a:pt x="1" y="2149"/>
                  </a:lnTo>
                  <a:lnTo>
                    <a:pt x="548" y="5582"/>
                  </a:lnTo>
                  <a:lnTo>
                    <a:pt x="10868" y="3707"/>
                  </a:lnTo>
                  <a:lnTo>
                    <a:pt x="110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103"/>
            <p:cNvSpPr/>
            <p:nvPr/>
          </p:nvSpPr>
          <p:spPr>
            <a:xfrm>
              <a:off x="2639050" y="4948250"/>
              <a:ext cx="199025" cy="216950"/>
            </a:xfrm>
            <a:custGeom>
              <a:avLst/>
              <a:gdLst/>
              <a:ahLst/>
              <a:cxnLst/>
              <a:rect l="l" t="t" r="r" b="b"/>
              <a:pathLst>
                <a:path w="7961" h="8678" extrusionOk="0">
                  <a:moveTo>
                    <a:pt x="3264" y="0"/>
                  </a:moveTo>
                  <a:lnTo>
                    <a:pt x="0" y="6782"/>
                  </a:lnTo>
                  <a:lnTo>
                    <a:pt x="4907" y="8677"/>
                  </a:lnTo>
                  <a:lnTo>
                    <a:pt x="7961" y="2170"/>
                  </a:lnTo>
                  <a:lnTo>
                    <a:pt x="3264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103"/>
            <p:cNvSpPr/>
            <p:nvPr/>
          </p:nvSpPr>
          <p:spPr>
            <a:xfrm>
              <a:off x="2564275" y="5118300"/>
              <a:ext cx="377525" cy="251700"/>
            </a:xfrm>
            <a:custGeom>
              <a:avLst/>
              <a:gdLst/>
              <a:ahLst/>
              <a:cxnLst/>
              <a:rect l="l" t="t" r="r" b="b"/>
              <a:pathLst>
                <a:path w="15101" h="10068" extrusionOk="0">
                  <a:moveTo>
                    <a:pt x="2991" y="1"/>
                  </a:moveTo>
                  <a:lnTo>
                    <a:pt x="2823" y="22"/>
                  </a:lnTo>
                  <a:lnTo>
                    <a:pt x="2675" y="64"/>
                  </a:lnTo>
                  <a:lnTo>
                    <a:pt x="2528" y="127"/>
                  </a:lnTo>
                  <a:lnTo>
                    <a:pt x="2380" y="212"/>
                  </a:lnTo>
                  <a:lnTo>
                    <a:pt x="2254" y="317"/>
                  </a:lnTo>
                  <a:lnTo>
                    <a:pt x="2149" y="464"/>
                  </a:lnTo>
                  <a:lnTo>
                    <a:pt x="148" y="3602"/>
                  </a:lnTo>
                  <a:lnTo>
                    <a:pt x="85" y="3750"/>
                  </a:lnTo>
                  <a:lnTo>
                    <a:pt x="22" y="3939"/>
                  </a:lnTo>
                  <a:lnTo>
                    <a:pt x="0" y="4129"/>
                  </a:lnTo>
                  <a:lnTo>
                    <a:pt x="22" y="4318"/>
                  </a:lnTo>
                  <a:lnTo>
                    <a:pt x="85" y="4487"/>
                  </a:lnTo>
                  <a:lnTo>
                    <a:pt x="169" y="4655"/>
                  </a:lnTo>
                  <a:lnTo>
                    <a:pt x="274" y="4803"/>
                  </a:lnTo>
                  <a:lnTo>
                    <a:pt x="422" y="4929"/>
                  </a:lnTo>
                  <a:lnTo>
                    <a:pt x="611" y="5034"/>
                  </a:lnTo>
                  <a:lnTo>
                    <a:pt x="3518" y="6256"/>
                  </a:lnTo>
                  <a:lnTo>
                    <a:pt x="7161" y="7772"/>
                  </a:lnTo>
                  <a:lnTo>
                    <a:pt x="10446" y="9120"/>
                  </a:lnTo>
                  <a:lnTo>
                    <a:pt x="11584" y="9562"/>
                  </a:lnTo>
                  <a:lnTo>
                    <a:pt x="11963" y="9710"/>
                  </a:lnTo>
                  <a:lnTo>
                    <a:pt x="12194" y="9773"/>
                  </a:lnTo>
                  <a:lnTo>
                    <a:pt x="12974" y="9962"/>
                  </a:lnTo>
                  <a:lnTo>
                    <a:pt x="13332" y="10047"/>
                  </a:lnTo>
                  <a:lnTo>
                    <a:pt x="13500" y="10047"/>
                  </a:lnTo>
                  <a:lnTo>
                    <a:pt x="13690" y="10068"/>
                  </a:lnTo>
                  <a:lnTo>
                    <a:pt x="13858" y="10047"/>
                  </a:lnTo>
                  <a:lnTo>
                    <a:pt x="14027" y="10026"/>
                  </a:lnTo>
                  <a:lnTo>
                    <a:pt x="14174" y="9984"/>
                  </a:lnTo>
                  <a:lnTo>
                    <a:pt x="14342" y="9899"/>
                  </a:lnTo>
                  <a:lnTo>
                    <a:pt x="14490" y="9815"/>
                  </a:lnTo>
                  <a:lnTo>
                    <a:pt x="14637" y="9689"/>
                  </a:lnTo>
                  <a:lnTo>
                    <a:pt x="14764" y="9541"/>
                  </a:lnTo>
                  <a:lnTo>
                    <a:pt x="14890" y="9352"/>
                  </a:lnTo>
                  <a:lnTo>
                    <a:pt x="14995" y="9162"/>
                  </a:lnTo>
                  <a:lnTo>
                    <a:pt x="15059" y="8973"/>
                  </a:lnTo>
                  <a:lnTo>
                    <a:pt x="15101" y="8804"/>
                  </a:lnTo>
                  <a:lnTo>
                    <a:pt x="15101" y="8615"/>
                  </a:lnTo>
                  <a:lnTo>
                    <a:pt x="15059" y="8446"/>
                  </a:lnTo>
                  <a:lnTo>
                    <a:pt x="14995" y="8278"/>
                  </a:lnTo>
                  <a:lnTo>
                    <a:pt x="14890" y="8130"/>
                  </a:lnTo>
                  <a:lnTo>
                    <a:pt x="14764" y="7962"/>
                  </a:lnTo>
                  <a:lnTo>
                    <a:pt x="14595" y="7793"/>
                  </a:lnTo>
                  <a:lnTo>
                    <a:pt x="14406" y="7625"/>
                  </a:lnTo>
                  <a:lnTo>
                    <a:pt x="14195" y="7456"/>
                  </a:lnTo>
                  <a:lnTo>
                    <a:pt x="13942" y="7288"/>
                  </a:lnTo>
                  <a:lnTo>
                    <a:pt x="13395" y="6951"/>
                  </a:lnTo>
                  <a:lnTo>
                    <a:pt x="12742" y="6593"/>
                  </a:lnTo>
                  <a:lnTo>
                    <a:pt x="12489" y="6424"/>
                  </a:lnTo>
                  <a:lnTo>
                    <a:pt x="12215" y="6235"/>
                  </a:lnTo>
                  <a:lnTo>
                    <a:pt x="11963" y="6024"/>
                  </a:lnTo>
                  <a:lnTo>
                    <a:pt x="11710" y="5793"/>
                  </a:lnTo>
                  <a:lnTo>
                    <a:pt x="11478" y="5540"/>
                  </a:lnTo>
                  <a:lnTo>
                    <a:pt x="11247" y="5287"/>
                  </a:lnTo>
                  <a:lnTo>
                    <a:pt x="10825" y="4740"/>
                  </a:lnTo>
                  <a:lnTo>
                    <a:pt x="10446" y="4192"/>
                  </a:lnTo>
                  <a:lnTo>
                    <a:pt x="10130" y="3686"/>
                  </a:lnTo>
                  <a:lnTo>
                    <a:pt x="9857" y="3223"/>
                  </a:lnTo>
                  <a:lnTo>
                    <a:pt x="9667" y="2865"/>
                  </a:lnTo>
                  <a:lnTo>
                    <a:pt x="9562" y="2697"/>
                  </a:lnTo>
                  <a:lnTo>
                    <a:pt x="9414" y="2549"/>
                  </a:lnTo>
                  <a:lnTo>
                    <a:pt x="9267" y="2423"/>
                  </a:lnTo>
                  <a:lnTo>
                    <a:pt x="9077" y="2339"/>
                  </a:lnTo>
                  <a:lnTo>
                    <a:pt x="3328" y="64"/>
                  </a:lnTo>
                  <a:lnTo>
                    <a:pt x="3159" y="22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103"/>
            <p:cNvSpPr/>
            <p:nvPr/>
          </p:nvSpPr>
          <p:spPr>
            <a:xfrm>
              <a:off x="3538825" y="5243625"/>
              <a:ext cx="388075" cy="172175"/>
            </a:xfrm>
            <a:custGeom>
              <a:avLst/>
              <a:gdLst/>
              <a:ahLst/>
              <a:cxnLst/>
              <a:rect l="l" t="t" r="r" b="b"/>
              <a:pathLst>
                <a:path w="15523" h="6887" extrusionOk="0">
                  <a:moveTo>
                    <a:pt x="7056" y="0"/>
                  </a:moveTo>
                  <a:lnTo>
                    <a:pt x="6867" y="21"/>
                  </a:lnTo>
                  <a:lnTo>
                    <a:pt x="759" y="1243"/>
                  </a:lnTo>
                  <a:lnTo>
                    <a:pt x="612" y="1285"/>
                  </a:lnTo>
                  <a:lnTo>
                    <a:pt x="464" y="1369"/>
                  </a:lnTo>
                  <a:lnTo>
                    <a:pt x="338" y="1475"/>
                  </a:lnTo>
                  <a:lnTo>
                    <a:pt x="212" y="1580"/>
                  </a:lnTo>
                  <a:lnTo>
                    <a:pt x="127" y="1706"/>
                  </a:lnTo>
                  <a:lnTo>
                    <a:pt x="64" y="1854"/>
                  </a:lnTo>
                  <a:lnTo>
                    <a:pt x="22" y="2022"/>
                  </a:lnTo>
                  <a:lnTo>
                    <a:pt x="1" y="2191"/>
                  </a:lnTo>
                  <a:lnTo>
                    <a:pt x="1" y="5897"/>
                  </a:lnTo>
                  <a:lnTo>
                    <a:pt x="22" y="6087"/>
                  </a:lnTo>
                  <a:lnTo>
                    <a:pt x="64" y="6276"/>
                  </a:lnTo>
                  <a:lnTo>
                    <a:pt x="148" y="6445"/>
                  </a:lnTo>
                  <a:lnTo>
                    <a:pt x="275" y="6592"/>
                  </a:lnTo>
                  <a:lnTo>
                    <a:pt x="422" y="6719"/>
                  </a:lnTo>
                  <a:lnTo>
                    <a:pt x="570" y="6803"/>
                  </a:lnTo>
                  <a:lnTo>
                    <a:pt x="759" y="6866"/>
                  </a:lnTo>
                  <a:lnTo>
                    <a:pt x="949" y="6887"/>
                  </a:lnTo>
                  <a:lnTo>
                    <a:pt x="1138" y="6866"/>
                  </a:lnTo>
                  <a:lnTo>
                    <a:pt x="4276" y="6318"/>
                  </a:lnTo>
                  <a:lnTo>
                    <a:pt x="8172" y="5644"/>
                  </a:lnTo>
                  <a:lnTo>
                    <a:pt x="11647" y="4992"/>
                  </a:lnTo>
                  <a:lnTo>
                    <a:pt x="12848" y="4760"/>
                  </a:lnTo>
                  <a:lnTo>
                    <a:pt x="13248" y="4676"/>
                  </a:lnTo>
                  <a:lnTo>
                    <a:pt x="13501" y="4613"/>
                  </a:lnTo>
                  <a:lnTo>
                    <a:pt x="13880" y="4486"/>
                  </a:lnTo>
                  <a:lnTo>
                    <a:pt x="14238" y="4360"/>
                  </a:lnTo>
                  <a:lnTo>
                    <a:pt x="14575" y="4212"/>
                  </a:lnTo>
                  <a:lnTo>
                    <a:pt x="14743" y="4149"/>
                  </a:lnTo>
                  <a:lnTo>
                    <a:pt x="14891" y="4044"/>
                  </a:lnTo>
                  <a:lnTo>
                    <a:pt x="15038" y="3939"/>
                  </a:lnTo>
                  <a:lnTo>
                    <a:pt x="15164" y="3833"/>
                  </a:lnTo>
                  <a:lnTo>
                    <a:pt x="15270" y="3707"/>
                  </a:lnTo>
                  <a:lnTo>
                    <a:pt x="15354" y="3559"/>
                  </a:lnTo>
                  <a:lnTo>
                    <a:pt x="15438" y="3412"/>
                  </a:lnTo>
                  <a:lnTo>
                    <a:pt x="15480" y="3223"/>
                  </a:lnTo>
                  <a:lnTo>
                    <a:pt x="15522" y="3033"/>
                  </a:lnTo>
                  <a:lnTo>
                    <a:pt x="15522" y="2801"/>
                  </a:lnTo>
                  <a:lnTo>
                    <a:pt x="15522" y="2591"/>
                  </a:lnTo>
                  <a:lnTo>
                    <a:pt x="15480" y="2401"/>
                  </a:lnTo>
                  <a:lnTo>
                    <a:pt x="15396" y="2233"/>
                  </a:lnTo>
                  <a:lnTo>
                    <a:pt x="15312" y="2085"/>
                  </a:lnTo>
                  <a:lnTo>
                    <a:pt x="15185" y="1959"/>
                  </a:lnTo>
                  <a:lnTo>
                    <a:pt x="15038" y="1854"/>
                  </a:lnTo>
                  <a:lnTo>
                    <a:pt x="14848" y="1769"/>
                  </a:lnTo>
                  <a:lnTo>
                    <a:pt x="14659" y="1706"/>
                  </a:lnTo>
                  <a:lnTo>
                    <a:pt x="14427" y="1643"/>
                  </a:lnTo>
                  <a:lnTo>
                    <a:pt x="14196" y="1622"/>
                  </a:lnTo>
                  <a:lnTo>
                    <a:pt x="13922" y="1580"/>
                  </a:lnTo>
                  <a:lnTo>
                    <a:pt x="12974" y="1580"/>
                  </a:lnTo>
                  <a:lnTo>
                    <a:pt x="12237" y="1622"/>
                  </a:lnTo>
                  <a:lnTo>
                    <a:pt x="11605" y="1622"/>
                  </a:lnTo>
                  <a:lnTo>
                    <a:pt x="11268" y="1559"/>
                  </a:lnTo>
                  <a:lnTo>
                    <a:pt x="10931" y="1496"/>
                  </a:lnTo>
                  <a:lnTo>
                    <a:pt x="10594" y="1432"/>
                  </a:lnTo>
                  <a:lnTo>
                    <a:pt x="10278" y="1327"/>
                  </a:lnTo>
                  <a:lnTo>
                    <a:pt x="9626" y="1095"/>
                  </a:lnTo>
                  <a:lnTo>
                    <a:pt x="9015" y="843"/>
                  </a:lnTo>
                  <a:lnTo>
                    <a:pt x="8467" y="590"/>
                  </a:lnTo>
                  <a:lnTo>
                    <a:pt x="8004" y="358"/>
                  </a:lnTo>
                  <a:lnTo>
                    <a:pt x="7625" y="148"/>
                  </a:lnTo>
                  <a:lnTo>
                    <a:pt x="7456" y="63"/>
                  </a:lnTo>
                  <a:lnTo>
                    <a:pt x="7267" y="21"/>
                  </a:lnTo>
                  <a:lnTo>
                    <a:pt x="70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103"/>
            <p:cNvSpPr/>
            <p:nvPr/>
          </p:nvSpPr>
          <p:spPr>
            <a:xfrm>
              <a:off x="2637450" y="4879275"/>
              <a:ext cx="322775" cy="165350"/>
            </a:xfrm>
            <a:custGeom>
              <a:avLst/>
              <a:gdLst/>
              <a:ahLst/>
              <a:cxnLst/>
              <a:rect l="l" t="t" r="r" b="b"/>
              <a:pathLst>
                <a:path w="12911" h="6614" extrusionOk="0">
                  <a:moveTo>
                    <a:pt x="1054" y="1"/>
                  </a:moveTo>
                  <a:lnTo>
                    <a:pt x="1" y="3454"/>
                  </a:lnTo>
                  <a:lnTo>
                    <a:pt x="10784" y="6614"/>
                  </a:lnTo>
                  <a:lnTo>
                    <a:pt x="12911" y="254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103"/>
            <p:cNvSpPr/>
            <p:nvPr/>
          </p:nvSpPr>
          <p:spPr>
            <a:xfrm>
              <a:off x="3295075" y="3147075"/>
              <a:ext cx="46350" cy="221150"/>
            </a:xfrm>
            <a:custGeom>
              <a:avLst/>
              <a:gdLst/>
              <a:ahLst/>
              <a:cxnLst/>
              <a:rect l="l" t="t" r="r" b="b"/>
              <a:pathLst>
                <a:path w="1854" h="8846" extrusionOk="0">
                  <a:moveTo>
                    <a:pt x="21" y="0"/>
                  </a:moveTo>
                  <a:lnTo>
                    <a:pt x="0" y="84"/>
                  </a:lnTo>
                  <a:lnTo>
                    <a:pt x="169" y="822"/>
                  </a:lnTo>
                  <a:lnTo>
                    <a:pt x="569" y="2654"/>
                  </a:lnTo>
                  <a:lnTo>
                    <a:pt x="1137" y="5392"/>
                  </a:lnTo>
                  <a:lnTo>
                    <a:pt x="1832" y="8846"/>
                  </a:lnTo>
                  <a:lnTo>
                    <a:pt x="1853" y="8846"/>
                  </a:lnTo>
                  <a:lnTo>
                    <a:pt x="1137" y="5286"/>
                  </a:lnTo>
                  <a:lnTo>
                    <a:pt x="569" y="2485"/>
                  </a:lnTo>
                  <a:lnTo>
                    <a:pt x="169" y="65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103"/>
            <p:cNvSpPr/>
            <p:nvPr/>
          </p:nvSpPr>
          <p:spPr>
            <a:xfrm>
              <a:off x="3389825" y="36635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2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2" y="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03"/>
            <p:cNvSpPr/>
            <p:nvPr/>
          </p:nvSpPr>
          <p:spPr>
            <a:xfrm>
              <a:off x="3295075" y="3147075"/>
              <a:ext cx="46350" cy="221150"/>
            </a:xfrm>
            <a:custGeom>
              <a:avLst/>
              <a:gdLst/>
              <a:ahLst/>
              <a:cxnLst/>
              <a:rect l="l" t="t" r="r" b="b"/>
              <a:pathLst>
                <a:path w="1854" h="8846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169" y="822"/>
                  </a:lnTo>
                  <a:lnTo>
                    <a:pt x="569" y="2654"/>
                  </a:lnTo>
                  <a:lnTo>
                    <a:pt x="1137" y="5392"/>
                  </a:lnTo>
                  <a:lnTo>
                    <a:pt x="1832" y="8846"/>
                  </a:lnTo>
                  <a:lnTo>
                    <a:pt x="1853" y="8846"/>
                  </a:lnTo>
                  <a:lnTo>
                    <a:pt x="1853" y="8846"/>
                  </a:lnTo>
                  <a:lnTo>
                    <a:pt x="1137" y="5286"/>
                  </a:lnTo>
                  <a:lnTo>
                    <a:pt x="569" y="2485"/>
                  </a:lnTo>
                  <a:lnTo>
                    <a:pt x="169" y="653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03"/>
            <p:cNvSpPr/>
            <p:nvPr/>
          </p:nvSpPr>
          <p:spPr>
            <a:xfrm>
              <a:off x="3397725" y="3724650"/>
              <a:ext cx="1075" cy="6350"/>
            </a:xfrm>
            <a:custGeom>
              <a:avLst/>
              <a:gdLst/>
              <a:ahLst/>
              <a:cxnLst/>
              <a:rect l="l" t="t" r="r" b="b"/>
              <a:pathLst>
                <a:path w="43" h="254" extrusionOk="0">
                  <a:moveTo>
                    <a:pt x="1" y="0"/>
                  </a:moveTo>
                  <a:lnTo>
                    <a:pt x="22" y="253"/>
                  </a:lnTo>
                  <a:lnTo>
                    <a:pt x="43" y="1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E43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03"/>
            <p:cNvSpPr/>
            <p:nvPr/>
          </p:nvSpPr>
          <p:spPr>
            <a:xfrm>
              <a:off x="3397725" y="3724650"/>
              <a:ext cx="1075" cy="6350"/>
            </a:xfrm>
            <a:custGeom>
              <a:avLst/>
              <a:gdLst/>
              <a:ahLst/>
              <a:cxnLst/>
              <a:rect l="l" t="t" r="r" b="b"/>
              <a:pathLst>
                <a:path w="43" h="254" fill="none" extrusionOk="0">
                  <a:moveTo>
                    <a:pt x="2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2" y="253"/>
                  </a:lnTo>
                  <a:lnTo>
                    <a:pt x="22" y="253"/>
                  </a:lnTo>
                  <a:lnTo>
                    <a:pt x="43" y="169"/>
                  </a:lnTo>
                  <a:lnTo>
                    <a:pt x="43" y="169"/>
                  </a:lnTo>
                  <a:lnTo>
                    <a:pt x="43" y="169"/>
                  </a:lnTo>
                  <a:lnTo>
                    <a:pt x="43" y="169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103"/>
            <p:cNvSpPr/>
            <p:nvPr/>
          </p:nvSpPr>
          <p:spPr>
            <a:xfrm>
              <a:off x="3389825" y="3663575"/>
              <a:ext cx="8450" cy="61100"/>
            </a:xfrm>
            <a:custGeom>
              <a:avLst/>
              <a:gdLst/>
              <a:ahLst/>
              <a:cxnLst/>
              <a:rect l="l" t="t" r="r" b="b"/>
              <a:pathLst>
                <a:path w="338" h="2444" extrusionOk="0">
                  <a:moveTo>
                    <a:pt x="1" y="0"/>
                  </a:moveTo>
                  <a:lnTo>
                    <a:pt x="317" y="2443"/>
                  </a:lnTo>
                  <a:lnTo>
                    <a:pt x="338" y="244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63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103"/>
            <p:cNvSpPr/>
            <p:nvPr/>
          </p:nvSpPr>
          <p:spPr>
            <a:xfrm>
              <a:off x="3389825" y="3663575"/>
              <a:ext cx="8450" cy="61100"/>
            </a:xfrm>
            <a:custGeom>
              <a:avLst/>
              <a:gdLst/>
              <a:ahLst/>
              <a:cxnLst/>
              <a:rect l="l" t="t" r="r" b="b"/>
              <a:pathLst>
                <a:path w="338" h="2444" fill="none" extrusionOk="0">
                  <a:moveTo>
                    <a:pt x="2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17" y="2443"/>
                  </a:lnTo>
                  <a:lnTo>
                    <a:pt x="338" y="2443"/>
                  </a:lnTo>
                  <a:lnTo>
                    <a:pt x="338" y="2443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103"/>
            <p:cNvSpPr/>
            <p:nvPr/>
          </p:nvSpPr>
          <p:spPr>
            <a:xfrm>
              <a:off x="3360350" y="3471925"/>
              <a:ext cx="30025" cy="191675"/>
            </a:xfrm>
            <a:custGeom>
              <a:avLst/>
              <a:gdLst/>
              <a:ahLst/>
              <a:cxnLst/>
              <a:rect l="l" t="t" r="r" b="b"/>
              <a:pathLst>
                <a:path w="1201" h="7667" extrusionOk="0">
                  <a:moveTo>
                    <a:pt x="1" y="0"/>
                  </a:moveTo>
                  <a:lnTo>
                    <a:pt x="1" y="127"/>
                  </a:lnTo>
                  <a:lnTo>
                    <a:pt x="295" y="1959"/>
                  </a:lnTo>
                  <a:lnTo>
                    <a:pt x="611" y="3833"/>
                  </a:lnTo>
                  <a:lnTo>
                    <a:pt x="906" y="5750"/>
                  </a:lnTo>
                  <a:lnTo>
                    <a:pt x="1180" y="7666"/>
                  </a:lnTo>
                  <a:lnTo>
                    <a:pt x="1201" y="7666"/>
                  </a:lnTo>
                  <a:lnTo>
                    <a:pt x="906" y="5708"/>
                  </a:lnTo>
                  <a:lnTo>
                    <a:pt x="611" y="3770"/>
                  </a:lnTo>
                  <a:lnTo>
                    <a:pt x="316" y="18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E43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103"/>
            <p:cNvSpPr/>
            <p:nvPr/>
          </p:nvSpPr>
          <p:spPr>
            <a:xfrm>
              <a:off x="3360350" y="3471925"/>
              <a:ext cx="30025" cy="191675"/>
            </a:xfrm>
            <a:custGeom>
              <a:avLst/>
              <a:gdLst/>
              <a:ahLst/>
              <a:cxnLst/>
              <a:rect l="l" t="t" r="r" b="b"/>
              <a:pathLst>
                <a:path w="1201" h="7667" fill="none" extrusionOk="0">
                  <a:moveTo>
                    <a:pt x="1" y="0"/>
                  </a:moveTo>
                  <a:lnTo>
                    <a:pt x="1" y="127"/>
                  </a:lnTo>
                  <a:lnTo>
                    <a:pt x="1" y="127"/>
                  </a:lnTo>
                  <a:lnTo>
                    <a:pt x="295" y="1959"/>
                  </a:lnTo>
                  <a:lnTo>
                    <a:pt x="611" y="3833"/>
                  </a:lnTo>
                  <a:lnTo>
                    <a:pt x="906" y="5750"/>
                  </a:lnTo>
                  <a:lnTo>
                    <a:pt x="1180" y="7666"/>
                  </a:lnTo>
                  <a:lnTo>
                    <a:pt x="1201" y="7666"/>
                  </a:lnTo>
                  <a:lnTo>
                    <a:pt x="1201" y="7666"/>
                  </a:lnTo>
                  <a:lnTo>
                    <a:pt x="906" y="5708"/>
                  </a:lnTo>
                  <a:lnTo>
                    <a:pt x="611" y="3770"/>
                  </a:lnTo>
                  <a:lnTo>
                    <a:pt x="316" y="185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103"/>
            <p:cNvSpPr/>
            <p:nvPr/>
          </p:nvSpPr>
          <p:spPr>
            <a:xfrm>
              <a:off x="3351925" y="3429275"/>
              <a:ext cx="8450" cy="45825"/>
            </a:xfrm>
            <a:custGeom>
              <a:avLst/>
              <a:gdLst/>
              <a:ahLst/>
              <a:cxnLst/>
              <a:rect l="l" t="t" r="r" b="b"/>
              <a:pathLst>
                <a:path w="338" h="1833" extrusionOk="0">
                  <a:moveTo>
                    <a:pt x="1" y="0"/>
                  </a:moveTo>
                  <a:lnTo>
                    <a:pt x="338" y="1833"/>
                  </a:lnTo>
                  <a:lnTo>
                    <a:pt x="338" y="170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4B36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103"/>
            <p:cNvSpPr/>
            <p:nvPr/>
          </p:nvSpPr>
          <p:spPr>
            <a:xfrm>
              <a:off x="3351925" y="3429275"/>
              <a:ext cx="8450" cy="45825"/>
            </a:xfrm>
            <a:custGeom>
              <a:avLst/>
              <a:gdLst/>
              <a:ahLst/>
              <a:cxnLst/>
              <a:rect l="l" t="t" r="r" b="b"/>
              <a:pathLst>
                <a:path w="338" h="1833" fill="none" extrusionOk="0">
                  <a:moveTo>
                    <a:pt x="2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38" y="1833"/>
                  </a:lnTo>
                  <a:lnTo>
                    <a:pt x="338" y="1706"/>
                  </a:lnTo>
                  <a:lnTo>
                    <a:pt x="338" y="1706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103"/>
            <p:cNvSpPr/>
            <p:nvPr/>
          </p:nvSpPr>
          <p:spPr>
            <a:xfrm>
              <a:off x="3340875" y="3368200"/>
              <a:ext cx="11600" cy="61100"/>
            </a:xfrm>
            <a:custGeom>
              <a:avLst/>
              <a:gdLst/>
              <a:ahLst/>
              <a:cxnLst/>
              <a:rect l="l" t="t" r="r" b="b"/>
              <a:pathLst>
                <a:path w="464" h="2444" extrusionOk="0">
                  <a:moveTo>
                    <a:pt x="0" y="1"/>
                  </a:moveTo>
                  <a:lnTo>
                    <a:pt x="443" y="2443"/>
                  </a:lnTo>
                  <a:lnTo>
                    <a:pt x="464" y="2443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453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103"/>
            <p:cNvSpPr/>
            <p:nvPr/>
          </p:nvSpPr>
          <p:spPr>
            <a:xfrm>
              <a:off x="3340875" y="3368200"/>
              <a:ext cx="11600" cy="61100"/>
            </a:xfrm>
            <a:custGeom>
              <a:avLst/>
              <a:gdLst/>
              <a:ahLst/>
              <a:cxnLst/>
              <a:rect l="l" t="t" r="r" b="b"/>
              <a:pathLst>
                <a:path w="464" h="2444" fill="none" extrusionOk="0">
                  <a:moveTo>
                    <a:pt x="2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43" y="2443"/>
                  </a:lnTo>
                  <a:lnTo>
                    <a:pt x="464" y="2443"/>
                  </a:lnTo>
                  <a:lnTo>
                    <a:pt x="464" y="2443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03"/>
            <p:cNvSpPr/>
            <p:nvPr/>
          </p:nvSpPr>
          <p:spPr>
            <a:xfrm>
              <a:off x="3266100" y="2774825"/>
              <a:ext cx="136925" cy="954050"/>
            </a:xfrm>
            <a:custGeom>
              <a:avLst/>
              <a:gdLst/>
              <a:ahLst/>
              <a:cxnLst/>
              <a:rect l="l" t="t" r="r" b="b"/>
              <a:pathLst>
                <a:path w="5477" h="38162" extrusionOk="0">
                  <a:moveTo>
                    <a:pt x="1" y="1"/>
                  </a:moveTo>
                  <a:lnTo>
                    <a:pt x="1159" y="14974"/>
                  </a:lnTo>
                  <a:lnTo>
                    <a:pt x="1180" y="14890"/>
                  </a:lnTo>
                  <a:lnTo>
                    <a:pt x="1328" y="15543"/>
                  </a:lnTo>
                  <a:lnTo>
                    <a:pt x="1728" y="17375"/>
                  </a:lnTo>
                  <a:lnTo>
                    <a:pt x="2296" y="20176"/>
                  </a:lnTo>
                  <a:lnTo>
                    <a:pt x="3012" y="23736"/>
                  </a:lnTo>
                  <a:lnTo>
                    <a:pt x="3455" y="26178"/>
                  </a:lnTo>
                  <a:lnTo>
                    <a:pt x="3771" y="27884"/>
                  </a:lnTo>
                  <a:lnTo>
                    <a:pt x="4086" y="29738"/>
                  </a:lnTo>
                  <a:lnTo>
                    <a:pt x="4381" y="31654"/>
                  </a:lnTo>
                  <a:lnTo>
                    <a:pt x="4676" y="33592"/>
                  </a:lnTo>
                  <a:lnTo>
                    <a:pt x="4971" y="35550"/>
                  </a:lnTo>
                  <a:lnTo>
                    <a:pt x="5287" y="37993"/>
                  </a:lnTo>
                  <a:lnTo>
                    <a:pt x="5308" y="38162"/>
                  </a:lnTo>
                  <a:lnTo>
                    <a:pt x="5350" y="37572"/>
                  </a:lnTo>
                  <a:lnTo>
                    <a:pt x="5392" y="36961"/>
                  </a:lnTo>
                  <a:lnTo>
                    <a:pt x="5455" y="35698"/>
                  </a:lnTo>
                  <a:lnTo>
                    <a:pt x="5476" y="34350"/>
                  </a:lnTo>
                  <a:lnTo>
                    <a:pt x="5434" y="32960"/>
                  </a:lnTo>
                  <a:lnTo>
                    <a:pt x="5392" y="31528"/>
                  </a:lnTo>
                  <a:lnTo>
                    <a:pt x="5287" y="30033"/>
                  </a:lnTo>
                  <a:lnTo>
                    <a:pt x="5161" y="28516"/>
                  </a:lnTo>
                  <a:lnTo>
                    <a:pt x="5013" y="26979"/>
                  </a:lnTo>
                  <a:lnTo>
                    <a:pt x="4845" y="25399"/>
                  </a:lnTo>
                  <a:lnTo>
                    <a:pt x="4634" y="23820"/>
                  </a:lnTo>
                  <a:lnTo>
                    <a:pt x="4423" y="22219"/>
                  </a:lnTo>
                  <a:lnTo>
                    <a:pt x="4192" y="20640"/>
                  </a:lnTo>
                  <a:lnTo>
                    <a:pt x="3939" y="19060"/>
                  </a:lnTo>
                  <a:lnTo>
                    <a:pt x="3686" y="17502"/>
                  </a:lnTo>
                  <a:lnTo>
                    <a:pt x="3139" y="14427"/>
                  </a:lnTo>
                  <a:lnTo>
                    <a:pt x="2570" y="11521"/>
                  </a:lnTo>
                  <a:lnTo>
                    <a:pt x="2023" y="8804"/>
                  </a:lnTo>
                  <a:lnTo>
                    <a:pt x="1475" y="6361"/>
                  </a:lnTo>
                  <a:lnTo>
                    <a:pt x="1012" y="4234"/>
                  </a:lnTo>
                  <a:lnTo>
                    <a:pt x="590" y="2465"/>
                  </a:lnTo>
                  <a:lnTo>
                    <a:pt x="275" y="11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103"/>
            <p:cNvSpPr/>
            <p:nvPr/>
          </p:nvSpPr>
          <p:spPr>
            <a:xfrm>
              <a:off x="3266100" y="2774825"/>
              <a:ext cx="136925" cy="954050"/>
            </a:xfrm>
            <a:custGeom>
              <a:avLst/>
              <a:gdLst/>
              <a:ahLst/>
              <a:cxnLst/>
              <a:rect l="l" t="t" r="r" b="b"/>
              <a:pathLst>
                <a:path w="5477" h="38162" fill="none" extrusionOk="0">
                  <a:moveTo>
                    <a:pt x="1" y="1"/>
                  </a:moveTo>
                  <a:lnTo>
                    <a:pt x="1159" y="14974"/>
                  </a:lnTo>
                  <a:lnTo>
                    <a:pt x="1159" y="14974"/>
                  </a:lnTo>
                  <a:lnTo>
                    <a:pt x="1159" y="14974"/>
                  </a:lnTo>
                  <a:lnTo>
                    <a:pt x="1159" y="14974"/>
                  </a:lnTo>
                  <a:lnTo>
                    <a:pt x="1180" y="14890"/>
                  </a:lnTo>
                  <a:lnTo>
                    <a:pt x="1180" y="14890"/>
                  </a:lnTo>
                  <a:lnTo>
                    <a:pt x="1328" y="15543"/>
                  </a:lnTo>
                  <a:lnTo>
                    <a:pt x="1728" y="17375"/>
                  </a:lnTo>
                  <a:lnTo>
                    <a:pt x="2296" y="20176"/>
                  </a:lnTo>
                  <a:lnTo>
                    <a:pt x="3012" y="23736"/>
                  </a:lnTo>
                  <a:lnTo>
                    <a:pt x="3012" y="23736"/>
                  </a:lnTo>
                  <a:lnTo>
                    <a:pt x="3012" y="23736"/>
                  </a:lnTo>
                  <a:lnTo>
                    <a:pt x="3455" y="26178"/>
                  </a:lnTo>
                  <a:lnTo>
                    <a:pt x="3455" y="26178"/>
                  </a:lnTo>
                  <a:lnTo>
                    <a:pt x="3771" y="27884"/>
                  </a:lnTo>
                  <a:lnTo>
                    <a:pt x="3771" y="27884"/>
                  </a:lnTo>
                  <a:lnTo>
                    <a:pt x="4086" y="29738"/>
                  </a:lnTo>
                  <a:lnTo>
                    <a:pt x="4381" y="31654"/>
                  </a:lnTo>
                  <a:lnTo>
                    <a:pt x="4676" y="33592"/>
                  </a:lnTo>
                  <a:lnTo>
                    <a:pt x="4971" y="35550"/>
                  </a:lnTo>
                  <a:lnTo>
                    <a:pt x="4971" y="35550"/>
                  </a:lnTo>
                  <a:lnTo>
                    <a:pt x="4971" y="35550"/>
                  </a:lnTo>
                  <a:lnTo>
                    <a:pt x="4971" y="35550"/>
                  </a:lnTo>
                  <a:lnTo>
                    <a:pt x="5287" y="37993"/>
                  </a:lnTo>
                  <a:lnTo>
                    <a:pt x="5287" y="37993"/>
                  </a:lnTo>
                  <a:lnTo>
                    <a:pt x="5308" y="38162"/>
                  </a:lnTo>
                  <a:lnTo>
                    <a:pt x="5308" y="38162"/>
                  </a:lnTo>
                  <a:lnTo>
                    <a:pt x="5308" y="38162"/>
                  </a:lnTo>
                  <a:lnTo>
                    <a:pt x="5308" y="38162"/>
                  </a:lnTo>
                  <a:lnTo>
                    <a:pt x="5350" y="37572"/>
                  </a:lnTo>
                  <a:lnTo>
                    <a:pt x="5392" y="36961"/>
                  </a:lnTo>
                  <a:lnTo>
                    <a:pt x="5455" y="35698"/>
                  </a:lnTo>
                  <a:lnTo>
                    <a:pt x="5476" y="34350"/>
                  </a:lnTo>
                  <a:lnTo>
                    <a:pt x="5434" y="32960"/>
                  </a:lnTo>
                  <a:lnTo>
                    <a:pt x="5392" y="31528"/>
                  </a:lnTo>
                  <a:lnTo>
                    <a:pt x="5287" y="30033"/>
                  </a:lnTo>
                  <a:lnTo>
                    <a:pt x="5161" y="28516"/>
                  </a:lnTo>
                  <a:lnTo>
                    <a:pt x="5013" y="26979"/>
                  </a:lnTo>
                  <a:lnTo>
                    <a:pt x="4845" y="25399"/>
                  </a:lnTo>
                  <a:lnTo>
                    <a:pt x="4634" y="23820"/>
                  </a:lnTo>
                  <a:lnTo>
                    <a:pt x="4423" y="22219"/>
                  </a:lnTo>
                  <a:lnTo>
                    <a:pt x="4192" y="20640"/>
                  </a:lnTo>
                  <a:lnTo>
                    <a:pt x="3939" y="19060"/>
                  </a:lnTo>
                  <a:lnTo>
                    <a:pt x="3686" y="17502"/>
                  </a:lnTo>
                  <a:lnTo>
                    <a:pt x="3139" y="14427"/>
                  </a:lnTo>
                  <a:lnTo>
                    <a:pt x="2570" y="11521"/>
                  </a:lnTo>
                  <a:lnTo>
                    <a:pt x="2023" y="8804"/>
                  </a:lnTo>
                  <a:lnTo>
                    <a:pt x="1475" y="6361"/>
                  </a:lnTo>
                  <a:lnTo>
                    <a:pt x="1012" y="4234"/>
                  </a:lnTo>
                  <a:lnTo>
                    <a:pt x="590" y="2465"/>
                  </a:lnTo>
                  <a:lnTo>
                    <a:pt x="275" y="113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103"/>
            <p:cNvSpPr/>
            <p:nvPr/>
          </p:nvSpPr>
          <p:spPr>
            <a:xfrm>
              <a:off x="2947050" y="1201100"/>
              <a:ext cx="220625" cy="220100"/>
            </a:xfrm>
            <a:custGeom>
              <a:avLst/>
              <a:gdLst/>
              <a:ahLst/>
              <a:cxnLst/>
              <a:rect l="l" t="t" r="r" b="b"/>
              <a:pathLst>
                <a:path w="8825" h="8804" extrusionOk="0">
                  <a:moveTo>
                    <a:pt x="1685" y="0"/>
                  </a:moveTo>
                  <a:lnTo>
                    <a:pt x="0" y="4760"/>
                  </a:lnTo>
                  <a:lnTo>
                    <a:pt x="464" y="5139"/>
                  </a:lnTo>
                  <a:lnTo>
                    <a:pt x="969" y="5497"/>
                  </a:lnTo>
                  <a:lnTo>
                    <a:pt x="1517" y="5855"/>
                  </a:lnTo>
                  <a:lnTo>
                    <a:pt x="2064" y="6213"/>
                  </a:lnTo>
                  <a:lnTo>
                    <a:pt x="2654" y="6550"/>
                  </a:lnTo>
                  <a:lnTo>
                    <a:pt x="3222" y="6887"/>
                  </a:lnTo>
                  <a:lnTo>
                    <a:pt x="4339" y="7498"/>
                  </a:lnTo>
                  <a:lnTo>
                    <a:pt x="5350" y="8024"/>
                  </a:lnTo>
                  <a:lnTo>
                    <a:pt x="6192" y="8424"/>
                  </a:lnTo>
                  <a:lnTo>
                    <a:pt x="6929" y="8803"/>
                  </a:lnTo>
                  <a:lnTo>
                    <a:pt x="8825" y="3265"/>
                  </a:lnTo>
                  <a:lnTo>
                    <a:pt x="7877" y="2991"/>
                  </a:lnTo>
                  <a:lnTo>
                    <a:pt x="6929" y="2675"/>
                  </a:lnTo>
                  <a:lnTo>
                    <a:pt x="6002" y="2317"/>
                  </a:lnTo>
                  <a:lnTo>
                    <a:pt x="5118" y="1938"/>
                  </a:lnTo>
                  <a:lnTo>
                    <a:pt x="4212" y="1517"/>
                  </a:lnTo>
                  <a:lnTo>
                    <a:pt x="3349" y="1032"/>
                  </a:lnTo>
                  <a:lnTo>
                    <a:pt x="2506" y="527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03"/>
            <p:cNvSpPr/>
            <p:nvPr/>
          </p:nvSpPr>
          <p:spPr>
            <a:xfrm>
              <a:off x="3167650" y="1175825"/>
              <a:ext cx="152700" cy="226425"/>
            </a:xfrm>
            <a:custGeom>
              <a:avLst/>
              <a:gdLst/>
              <a:ahLst/>
              <a:cxnLst/>
              <a:rect l="l" t="t" r="r" b="b"/>
              <a:pathLst>
                <a:path w="6108" h="9057" extrusionOk="0">
                  <a:moveTo>
                    <a:pt x="2633" y="0"/>
                  </a:moveTo>
                  <a:lnTo>
                    <a:pt x="2380" y="527"/>
                  </a:lnTo>
                  <a:lnTo>
                    <a:pt x="2107" y="1074"/>
                  </a:lnTo>
                  <a:lnTo>
                    <a:pt x="1749" y="1727"/>
                  </a:lnTo>
                  <a:lnTo>
                    <a:pt x="1348" y="2443"/>
                  </a:lnTo>
                  <a:lnTo>
                    <a:pt x="906" y="3159"/>
                  </a:lnTo>
                  <a:lnTo>
                    <a:pt x="674" y="3475"/>
                  </a:lnTo>
                  <a:lnTo>
                    <a:pt x="443" y="3770"/>
                  </a:lnTo>
                  <a:lnTo>
                    <a:pt x="211" y="4044"/>
                  </a:lnTo>
                  <a:lnTo>
                    <a:pt x="1" y="4276"/>
                  </a:lnTo>
                  <a:lnTo>
                    <a:pt x="3096" y="9056"/>
                  </a:lnTo>
                  <a:lnTo>
                    <a:pt x="3602" y="8319"/>
                  </a:lnTo>
                  <a:lnTo>
                    <a:pt x="4086" y="7540"/>
                  </a:lnTo>
                  <a:lnTo>
                    <a:pt x="4507" y="6761"/>
                  </a:lnTo>
                  <a:lnTo>
                    <a:pt x="4908" y="5939"/>
                  </a:lnTo>
                  <a:lnTo>
                    <a:pt x="5287" y="5118"/>
                  </a:lnTo>
                  <a:lnTo>
                    <a:pt x="5603" y="4276"/>
                  </a:lnTo>
                  <a:lnTo>
                    <a:pt x="5876" y="3412"/>
                  </a:lnTo>
                  <a:lnTo>
                    <a:pt x="6108" y="2528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72" name="Google Shape;5072;p103"/>
          <p:cNvSpPr/>
          <p:nvPr/>
        </p:nvSpPr>
        <p:spPr>
          <a:xfrm rot="10800000" flipH="1">
            <a:off x="3644100" y="4722455"/>
            <a:ext cx="1855800" cy="1200900"/>
          </a:xfrm>
          <a:prstGeom prst="pie">
            <a:avLst>
              <a:gd name="adj1" fmla="val 0"/>
              <a:gd name="adj2" fmla="val 108312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3" name="Google Shape;5073;p103">
            <a:hlinkClick r:id="" action="ppaction://hlinkshowjump?jump=previousslide"/>
          </p:cNvPr>
          <p:cNvSpPr/>
          <p:nvPr/>
        </p:nvSpPr>
        <p:spPr>
          <a:xfrm>
            <a:off x="40861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4" name="Google Shape;5074;p103">
            <a:hlinkClick r:id="" action="ppaction://hlinkshowjump?jump=nextslide"/>
          </p:cNvPr>
          <p:cNvSpPr/>
          <p:nvPr/>
        </p:nvSpPr>
        <p:spPr>
          <a:xfrm>
            <a:off x="4619550" y="4760300"/>
            <a:ext cx="438300" cy="41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5" name="Google Shape;5075;p103"/>
          <p:cNvGrpSpPr/>
          <p:nvPr/>
        </p:nvGrpSpPr>
        <p:grpSpPr>
          <a:xfrm>
            <a:off x="4736475" y="4873138"/>
            <a:ext cx="204457" cy="190123"/>
            <a:chOff x="4426425" y="4796938"/>
            <a:chExt cx="204457" cy="190123"/>
          </a:xfrm>
        </p:grpSpPr>
        <p:sp>
          <p:nvSpPr>
            <p:cNvPr id="5076" name="Google Shape;5076;p103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03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8" name="Google Shape;5078;p103"/>
          <p:cNvGrpSpPr/>
          <p:nvPr/>
        </p:nvGrpSpPr>
        <p:grpSpPr>
          <a:xfrm flipH="1">
            <a:off x="4203075" y="4873138"/>
            <a:ext cx="204457" cy="190123"/>
            <a:chOff x="4426425" y="4796938"/>
            <a:chExt cx="204457" cy="190123"/>
          </a:xfrm>
        </p:grpSpPr>
        <p:sp>
          <p:nvSpPr>
            <p:cNvPr id="5079" name="Google Shape;5079;p103"/>
            <p:cNvSpPr/>
            <p:nvPr/>
          </p:nvSpPr>
          <p:spPr>
            <a:xfrm>
              <a:off x="4426425" y="4796938"/>
              <a:ext cx="116800" cy="190123"/>
            </a:xfrm>
            <a:custGeom>
              <a:avLst/>
              <a:gdLst/>
              <a:ahLst/>
              <a:cxnLst/>
              <a:rect l="l" t="t" r="r" b="b"/>
              <a:pathLst>
                <a:path w="14257" h="23207" extrusionOk="0">
                  <a:moveTo>
                    <a:pt x="2654" y="1"/>
                  </a:moveTo>
                  <a:lnTo>
                    <a:pt x="2391" y="30"/>
                  </a:lnTo>
                  <a:lnTo>
                    <a:pt x="2158" y="59"/>
                  </a:lnTo>
                  <a:lnTo>
                    <a:pt x="1896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92" y="613"/>
                  </a:lnTo>
                  <a:lnTo>
                    <a:pt x="788" y="788"/>
                  </a:lnTo>
                  <a:lnTo>
                    <a:pt x="613" y="992"/>
                  </a:lnTo>
                  <a:lnTo>
                    <a:pt x="438" y="1196"/>
                  </a:lnTo>
                  <a:lnTo>
                    <a:pt x="321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30" y="2391"/>
                  </a:lnTo>
                  <a:lnTo>
                    <a:pt x="1" y="2654"/>
                  </a:lnTo>
                  <a:lnTo>
                    <a:pt x="30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321" y="3878"/>
                  </a:lnTo>
                  <a:lnTo>
                    <a:pt x="438" y="4111"/>
                  </a:lnTo>
                  <a:lnTo>
                    <a:pt x="613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613" y="18921"/>
                  </a:lnTo>
                  <a:lnTo>
                    <a:pt x="438" y="19125"/>
                  </a:lnTo>
                  <a:lnTo>
                    <a:pt x="321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30" y="20320"/>
                  </a:lnTo>
                  <a:lnTo>
                    <a:pt x="1" y="20582"/>
                  </a:lnTo>
                  <a:lnTo>
                    <a:pt x="30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321" y="21807"/>
                  </a:lnTo>
                  <a:lnTo>
                    <a:pt x="438" y="22040"/>
                  </a:lnTo>
                  <a:lnTo>
                    <a:pt x="613" y="22244"/>
                  </a:lnTo>
                  <a:lnTo>
                    <a:pt x="788" y="22448"/>
                  </a:lnTo>
                  <a:lnTo>
                    <a:pt x="992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6" y="23119"/>
                  </a:lnTo>
                  <a:lnTo>
                    <a:pt x="2158" y="23177"/>
                  </a:lnTo>
                  <a:lnTo>
                    <a:pt x="2391" y="23206"/>
                  </a:lnTo>
                  <a:lnTo>
                    <a:pt x="2916" y="23206"/>
                  </a:lnTo>
                  <a:lnTo>
                    <a:pt x="3149" y="23177"/>
                  </a:lnTo>
                  <a:lnTo>
                    <a:pt x="341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111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73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40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40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73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111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412" y="118"/>
                  </a:lnTo>
                  <a:lnTo>
                    <a:pt x="3149" y="59"/>
                  </a:lnTo>
                  <a:lnTo>
                    <a:pt x="2916" y="30"/>
                  </a:lnTo>
                  <a:lnTo>
                    <a:pt x="2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103"/>
            <p:cNvSpPr/>
            <p:nvPr/>
          </p:nvSpPr>
          <p:spPr>
            <a:xfrm>
              <a:off x="4514090" y="4796938"/>
              <a:ext cx="116792" cy="190123"/>
            </a:xfrm>
            <a:custGeom>
              <a:avLst/>
              <a:gdLst/>
              <a:ahLst/>
              <a:cxnLst/>
              <a:rect l="l" t="t" r="r" b="b"/>
              <a:pathLst>
                <a:path w="14256" h="23207" extrusionOk="0">
                  <a:moveTo>
                    <a:pt x="2653" y="1"/>
                  </a:moveTo>
                  <a:lnTo>
                    <a:pt x="2391" y="30"/>
                  </a:lnTo>
                  <a:lnTo>
                    <a:pt x="2129" y="59"/>
                  </a:lnTo>
                  <a:lnTo>
                    <a:pt x="1895" y="118"/>
                  </a:lnTo>
                  <a:lnTo>
                    <a:pt x="1662" y="205"/>
                  </a:lnTo>
                  <a:lnTo>
                    <a:pt x="1429" y="322"/>
                  </a:lnTo>
                  <a:lnTo>
                    <a:pt x="1196" y="438"/>
                  </a:lnTo>
                  <a:lnTo>
                    <a:pt x="963" y="613"/>
                  </a:lnTo>
                  <a:lnTo>
                    <a:pt x="788" y="788"/>
                  </a:lnTo>
                  <a:lnTo>
                    <a:pt x="584" y="992"/>
                  </a:lnTo>
                  <a:lnTo>
                    <a:pt x="438" y="1196"/>
                  </a:lnTo>
                  <a:lnTo>
                    <a:pt x="292" y="1429"/>
                  </a:lnTo>
                  <a:lnTo>
                    <a:pt x="205" y="1663"/>
                  </a:lnTo>
                  <a:lnTo>
                    <a:pt x="117" y="1896"/>
                  </a:lnTo>
                  <a:lnTo>
                    <a:pt x="59" y="2158"/>
                  </a:lnTo>
                  <a:lnTo>
                    <a:pt x="1" y="2391"/>
                  </a:lnTo>
                  <a:lnTo>
                    <a:pt x="1" y="2654"/>
                  </a:lnTo>
                  <a:lnTo>
                    <a:pt x="1" y="2916"/>
                  </a:lnTo>
                  <a:lnTo>
                    <a:pt x="59" y="3149"/>
                  </a:lnTo>
                  <a:lnTo>
                    <a:pt x="117" y="3412"/>
                  </a:lnTo>
                  <a:lnTo>
                    <a:pt x="205" y="3645"/>
                  </a:lnTo>
                  <a:lnTo>
                    <a:pt x="292" y="3878"/>
                  </a:lnTo>
                  <a:lnTo>
                    <a:pt x="438" y="4111"/>
                  </a:lnTo>
                  <a:lnTo>
                    <a:pt x="584" y="4315"/>
                  </a:lnTo>
                  <a:lnTo>
                    <a:pt x="788" y="4520"/>
                  </a:lnTo>
                  <a:lnTo>
                    <a:pt x="7872" y="11604"/>
                  </a:lnTo>
                  <a:lnTo>
                    <a:pt x="788" y="18717"/>
                  </a:lnTo>
                  <a:lnTo>
                    <a:pt x="584" y="18921"/>
                  </a:lnTo>
                  <a:lnTo>
                    <a:pt x="438" y="19125"/>
                  </a:lnTo>
                  <a:lnTo>
                    <a:pt x="292" y="19358"/>
                  </a:lnTo>
                  <a:lnTo>
                    <a:pt x="205" y="19591"/>
                  </a:lnTo>
                  <a:lnTo>
                    <a:pt x="117" y="19824"/>
                  </a:lnTo>
                  <a:lnTo>
                    <a:pt x="59" y="20087"/>
                  </a:lnTo>
                  <a:lnTo>
                    <a:pt x="1" y="20320"/>
                  </a:lnTo>
                  <a:lnTo>
                    <a:pt x="1" y="20582"/>
                  </a:lnTo>
                  <a:lnTo>
                    <a:pt x="1" y="20845"/>
                  </a:lnTo>
                  <a:lnTo>
                    <a:pt x="59" y="21078"/>
                  </a:lnTo>
                  <a:lnTo>
                    <a:pt x="117" y="21340"/>
                  </a:lnTo>
                  <a:lnTo>
                    <a:pt x="205" y="21574"/>
                  </a:lnTo>
                  <a:lnTo>
                    <a:pt x="292" y="21807"/>
                  </a:lnTo>
                  <a:lnTo>
                    <a:pt x="438" y="22040"/>
                  </a:lnTo>
                  <a:lnTo>
                    <a:pt x="584" y="22244"/>
                  </a:lnTo>
                  <a:lnTo>
                    <a:pt x="788" y="22448"/>
                  </a:lnTo>
                  <a:lnTo>
                    <a:pt x="963" y="22623"/>
                  </a:lnTo>
                  <a:lnTo>
                    <a:pt x="1196" y="22798"/>
                  </a:lnTo>
                  <a:lnTo>
                    <a:pt x="1429" y="22915"/>
                  </a:lnTo>
                  <a:lnTo>
                    <a:pt x="1662" y="23031"/>
                  </a:lnTo>
                  <a:lnTo>
                    <a:pt x="1895" y="23119"/>
                  </a:lnTo>
                  <a:lnTo>
                    <a:pt x="2129" y="23177"/>
                  </a:lnTo>
                  <a:lnTo>
                    <a:pt x="2391" y="23206"/>
                  </a:lnTo>
                  <a:lnTo>
                    <a:pt x="2887" y="23206"/>
                  </a:lnTo>
                  <a:lnTo>
                    <a:pt x="3149" y="23177"/>
                  </a:lnTo>
                  <a:lnTo>
                    <a:pt x="3382" y="23119"/>
                  </a:lnTo>
                  <a:lnTo>
                    <a:pt x="3645" y="23031"/>
                  </a:lnTo>
                  <a:lnTo>
                    <a:pt x="3878" y="22915"/>
                  </a:lnTo>
                  <a:lnTo>
                    <a:pt x="4082" y="22798"/>
                  </a:lnTo>
                  <a:lnTo>
                    <a:pt x="4315" y="22623"/>
                  </a:lnTo>
                  <a:lnTo>
                    <a:pt x="4519" y="22448"/>
                  </a:lnTo>
                  <a:lnTo>
                    <a:pt x="13469" y="13498"/>
                  </a:lnTo>
                  <a:lnTo>
                    <a:pt x="13644" y="13294"/>
                  </a:lnTo>
                  <a:lnTo>
                    <a:pt x="13819" y="13061"/>
                  </a:lnTo>
                  <a:lnTo>
                    <a:pt x="13935" y="12857"/>
                  </a:lnTo>
                  <a:lnTo>
                    <a:pt x="14052" y="12624"/>
                  </a:lnTo>
                  <a:lnTo>
                    <a:pt x="14139" y="12361"/>
                  </a:lnTo>
                  <a:lnTo>
                    <a:pt x="14198" y="12128"/>
                  </a:lnTo>
                  <a:lnTo>
                    <a:pt x="14227" y="11866"/>
                  </a:lnTo>
                  <a:lnTo>
                    <a:pt x="14256" y="11604"/>
                  </a:lnTo>
                  <a:lnTo>
                    <a:pt x="14227" y="11370"/>
                  </a:lnTo>
                  <a:lnTo>
                    <a:pt x="14198" y="11108"/>
                  </a:lnTo>
                  <a:lnTo>
                    <a:pt x="14139" y="10875"/>
                  </a:lnTo>
                  <a:lnTo>
                    <a:pt x="14052" y="10612"/>
                  </a:lnTo>
                  <a:lnTo>
                    <a:pt x="13935" y="10379"/>
                  </a:lnTo>
                  <a:lnTo>
                    <a:pt x="13819" y="10175"/>
                  </a:lnTo>
                  <a:lnTo>
                    <a:pt x="13644" y="9942"/>
                  </a:lnTo>
                  <a:lnTo>
                    <a:pt x="13469" y="9738"/>
                  </a:lnTo>
                  <a:lnTo>
                    <a:pt x="4519" y="788"/>
                  </a:lnTo>
                  <a:lnTo>
                    <a:pt x="4315" y="613"/>
                  </a:lnTo>
                  <a:lnTo>
                    <a:pt x="4082" y="438"/>
                  </a:lnTo>
                  <a:lnTo>
                    <a:pt x="3878" y="322"/>
                  </a:lnTo>
                  <a:lnTo>
                    <a:pt x="3645" y="205"/>
                  </a:lnTo>
                  <a:lnTo>
                    <a:pt x="3382" y="118"/>
                  </a:lnTo>
                  <a:lnTo>
                    <a:pt x="3149" y="59"/>
                  </a:lnTo>
                  <a:lnTo>
                    <a:pt x="2887" y="30"/>
                  </a:lnTo>
                  <a:lnTo>
                    <a:pt x="2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ternational Banking Day XL by Slidesgo">
  <a:themeElements>
    <a:clrScheme name="Simple Light">
      <a:dk1>
        <a:srgbClr val="191919"/>
      </a:dk1>
      <a:lt1>
        <a:srgbClr val="FFFFFF"/>
      </a:lt1>
      <a:dk2>
        <a:srgbClr val="0C2054"/>
      </a:dk2>
      <a:lt2>
        <a:srgbClr val="CCCCCC"/>
      </a:lt2>
      <a:accent1>
        <a:srgbClr val="EFEFEF"/>
      </a:accent1>
      <a:accent2>
        <a:srgbClr val="DC9526"/>
      </a:accent2>
      <a:accent3>
        <a:srgbClr val="F3AC3D"/>
      </a:accent3>
      <a:accent4>
        <a:srgbClr val="263238"/>
      </a:accent4>
      <a:accent5>
        <a:srgbClr val="999999"/>
      </a:accent5>
      <a:accent6>
        <a:srgbClr val="666666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460</Words>
  <Application>Microsoft Office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</vt:lpstr>
      <vt:lpstr>Montserrat ExtraBold</vt:lpstr>
      <vt:lpstr>Bebas Neue</vt:lpstr>
      <vt:lpstr>Lato</vt:lpstr>
      <vt:lpstr>Arial</vt:lpstr>
      <vt:lpstr>Times New Roman</vt:lpstr>
      <vt:lpstr>Wingdings</vt:lpstr>
      <vt:lpstr>International Banking Day XL by Slidesgo</vt:lpstr>
      <vt:lpstr>Banking Management System</vt:lpstr>
      <vt:lpstr>Introduction</vt:lpstr>
      <vt:lpstr>Introduction</vt:lpstr>
      <vt:lpstr>System Architecture</vt:lpstr>
      <vt:lpstr>Program Flow</vt:lpstr>
      <vt:lpstr>Database ER Diagram</vt:lpstr>
      <vt:lpstr>Admin Functionalities</vt:lpstr>
      <vt:lpstr>Customer Functionalities</vt:lpstr>
      <vt:lpstr>Reports and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Banking Day</dc:title>
  <dc:creator>HP</dc:creator>
  <cp:lastModifiedBy>HP</cp:lastModifiedBy>
  <cp:revision>26</cp:revision>
  <dcterms:modified xsi:type="dcterms:W3CDTF">2025-10-30T07:19:40Z</dcterms:modified>
</cp:coreProperties>
</file>